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3"/>
  </p:notesMasterIdLst>
  <p:sldIdLst>
    <p:sldId id="256" r:id="rId2"/>
    <p:sldId id="289" r:id="rId3"/>
    <p:sldId id="314" r:id="rId4"/>
    <p:sldId id="315" r:id="rId5"/>
    <p:sldId id="316" r:id="rId6"/>
    <p:sldId id="261" r:id="rId7"/>
    <p:sldId id="318" r:id="rId8"/>
    <p:sldId id="279" r:id="rId9"/>
    <p:sldId id="321" r:id="rId10"/>
    <p:sldId id="322" r:id="rId11"/>
    <p:sldId id="323" r:id="rId12"/>
  </p:sldIdLst>
  <p:sldSz cx="9144000" cy="5143500" type="screen16x9"/>
  <p:notesSz cx="6858000" cy="9144000"/>
  <p:embeddedFontLst>
    <p:embeddedFont>
      <p:font typeface="Advent Pro SemiBold" panose="020B0604020202020204" charset="0"/>
      <p:regular r:id="rId14"/>
      <p:bold r:id="rId15"/>
      <p:italic r:id="rId16"/>
      <p:boldItalic r:id="rId17"/>
    </p:embeddedFont>
    <p:embeddedFont>
      <p:font typeface="Alfa Slab One" panose="020B0604020202020204" charset="0"/>
      <p:regular r:id="rId18"/>
    </p:embeddedFont>
    <p:embeddedFont>
      <p:font typeface="Fira Sans Extra Condensed Medium" panose="020B0604020202020204" charset="0"/>
      <p:regular r:id="rId19"/>
      <p:bold r:id="rId20"/>
      <p:italic r:id="rId21"/>
      <p:boldItalic r:id="rId22"/>
    </p:embeddedFont>
    <p:embeddedFont>
      <p:font typeface="Squada One" panose="020B0604020202020204" charset="0"/>
      <p:regular r:id="rId23"/>
    </p:embeddedFont>
    <p:embeddedFont>
      <p:font typeface="Wellfleet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DD8881-CF52-44A3-AC4A-94C3126486E0}" v="12" dt="2025-11-15T19:45:41.680"/>
  </p1510:revLst>
</p1510:revInfo>
</file>

<file path=ppt/tableStyles.xml><?xml version="1.0" encoding="utf-8"?>
<a:tblStyleLst xmlns:a="http://schemas.openxmlformats.org/drawingml/2006/main" def="{6B3255DA-D100-40B2-987F-43FFC49374E6}">
  <a:tblStyle styleId="{6B3255DA-D100-40B2-987F-43FFC49374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60" d="100"/>
          <a:sy n="60" d="100"/>
        </p:scale>
        <p:origin x="624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ma Ncube" userId="c5bd3073de45acf7" providerId="LiveId" clId="{94FB0B1B-DAC1-4DF4-852D-A426A8D32563}"/>
    <pc:docChg chg="undo custSel modSld">
      <pc:chgData name="Noma Ncube" userId="c5bd3073de45acf7" providerId="LiveId" clId="{94FB0B1B-DAC1-4DF4-852D-A426A8D32563}" dt="2025-11-15T19:45:31.575" v="82" actId="20577"/>
      <pc:docMkLst>
        <pc:docMk/>
      </pc:docMkLst>
      <pc:sldChg chg="modSp mod">
        <pc:chgData name="Noma Ncube" userId="c5bd3073de45acf7" providerId="LiveId" clId="{94FB0B1B-DAC1-4DF4-852D-A426A8D32563}" dt="2025-11-15T18:15:17.007" v="2" actId="13926"/>
        <pc:sldMkLst>
          <pc:docMk/>
          <pc:sldMk cId="0" sldId="279"/>
        </pc:sldMkLst>
        <pc:spChg chg="mod">
          <ac:chgData name="Noma Ncube" userId="c5bd3073de45acf7" providerId="LiveId" clId="{94FB0B1B-DAC1-4DF4-852D-A426A8D32563}" dt="2025-11-15T18:15:17.007" v="2" actId="13926"/>
          <ac:spMkLst>
            <pc:docMk/>
            <pc:sldMk cId="0" sldId="279"/>
            <ac:spMk id="17" creationId="{B9382C23-C133-4E00-4054-1DEAF3486BE9}"/>
          </ac:spMkLst>
        </pc:spChg>
      </pc:sldChg>
      <pc:sldChg chg="addSp modSp mod">
        <pc:chgData name="Noma Ncube" userId="c5bd3073de45acf7" providerId="LiveId" clId="{94FB0B1B-DAC1-4DF4-852D-A426A8D32563}" dt="2025-11-15T19:45:31.575" v="82" actId="20577"/>
        <pc:sldMkLst>
          <pc:docMk/>
          <pc:sldMk cId="3907859258" sldId="322"/>
        </pc:sldMkLst>
        <pc:spChg chg="add">
          <ac:chgData name="Noma Ncube" userId="c5bd3073de45acf7" providerId="LiveId" clId="{94FB0B1B-DAC1-4DF4-852D-A426A8D32563}" dt="2025-11-15T19:27:18.631" v="3"/>
          <ac:spMkLst>
            <pc:docMk/>
            <pc:sldMk cId="3907859258" sldId="322"/>
            <ac:spMk id="2" creationId="{343C3824-8B21-DFF4-3595-9569096E50F8}"/>
          </ac:spMkLst>
        </pc:spChg>
        <pc:spChg chg="add mod">
          <ac:chgData name="Noma Ncube" userId="c5bd3073de45acf7" providerId="LiveId" clId="{94FB0B1B-DAC1-4DF4-852D-A426A8D32563}" dt="2025-11-15T19:27:34.893" v="7"/>
          <ac:spMkLst>
            <pc:docMk/>
            <pc:sldMk cId="3907859258" sldId="322"/>
            <ac:spMk id="3" creationId="{0F6C6FEA-ECB6-4C5F-5F73-768067ACFA0B}"/>
          </ac:spMkLst>
        </pc:spChg>
        <pc:spChg chg="mod">
          <ac:chgData name="Noma Ncube" userId="c5bd3073de45acf7" providerId="LiveId" clId="{94FB0B1B-DAC1-4DF4-852D-A426A8D32563}" dt="2025-11-15T19:45:31.575" v="82" actId="20577"/>
          <ac:spMkLst>
            <pc:docMk/>
            <pc:sldMk cId="3907859258" sldId="322"/>
            <ac:spMk id="676" creationId="{F0DE0544-F81C-D71C-B2F9-2C932DB6375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110f30449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593" name="Google Shape;593;g110f304498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11095985c35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1588" name="Google Shape;1588;g11095985c35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>
          <a:extLst>
            <a:ext uri="{FF2B5EF4-FFF2-40B4-BE49-F238E27FC236}">
              <a16:creationId xmlns:a16="http://schemas.microsoft.com/office/drawing/2014/main" id="{67B8314A-6F15-D4E9-8C8E-20B26C8E8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4dfce81f19_0_1742:notes">
            <a:extLst>
              <a:ext uri="{FF2B5EF4-FFF2-40B4-BE49-F238E27FC236}">
                <a16:creationId xmlns:a16="http://schemas.microsoft.com/office/drawing/2014/main" id="{C187B03D-AB39-AE66-28E9-49E928DAC5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679" name="Google Shape;679;g4dfce81f19_0_1742:notes">
            <a:extLst>
              <a:ext uri="{FF2B5EF4-FFF2-40B4-BE49-F238E27FC236}">
                <a16:creationId xmlns:a16="http://schemas.microsoft.com/office/drawing/2014/main" id="{F6D1FDD3-173C-4D40-A729-DC42B54C36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660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>
          <a:extLst>
            <a:ext uri="{FF2B5EF4-FFF2-40B4-BE49-F238E27FC236}">
              <a16:creationId xmlns:a16="http://schemas.microsoft.com/office/drawing/2014/main" id="{AD4B0E1C-5F02-21F1-2CCF-A29DFAA3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4dfce81f19_0_1742:notes">
            <a:extLst>
              <a:ext uri="{FF2B5EF4-FFF2-40B4-BE49-F238E27FC236}">
                <a16:creationId xmlns:a16="http://schemas.microsoft.com/office/drawing/2014/main" id="{397F743B-4235-96CC-43B5-177799D351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679" name="Google Shape;679;g4dfce81f19_0_1742:notes">
            <a:extLst>
              <a:ext uri="{FF2B5EF4-FFF2-40B4-BE49-F238E27FC236}">
                <a16:creationId xmlns:a16="http://schemas.microsoft.com/office/drawing/2014/main" id="{C4F9F1CC-31AC-CF35-9842-33867321E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0468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>
          <a:extLst>
            <a:ext uri="{FF2B5EF4-FFF2-40B4-BE49-F238E27FC236}">
              <a16:creationId xmlns:a16="http://schemas.microsoft.com/office/drawing/2014/main" id="{D01CD7DF-8B65-5DCC-5625-C32119A0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11095985c35_0_134:notes">
            <a:extLst>
              <a:ext uri="{FF2B5EF4-FFF2-40B4-BE49-F238E27FC236}">
                <a16:creationId xmlns:a16="http://schemas.microsoft.com/office/drawing/2014/main" id="{CE72978C-9475-4D2A-62C7-8D0299E77F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795" name="Google Shape;795;g11095985c35_0_134:notes">
            <a:extLst>
              <a:ext uri="{FF2B5EF4-FFF2-40B4-BE49-F238E27FC236}">
                <a16:creationId xmlns:a16="http://schemas.microsoft.com/office/drawing/2014/main" id="{65603BB5-68BE-5454-2B61-9EB5B09AB9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6336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11095985c35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755" name="Google Shape;755;g11095985c35_0_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>
          <a:extLst>
            <a:ext uri="{FF2B5EF4-FFF2-40B4-BE49-F238E27FC236}">
              <a16:creationId xmlns:a16="http://schemas.microsoft.com/office/drawing/2014/main" id="{F76FE783-B664-5E00-6546-AD26D9DC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1095985c35_0_0:notes">
            <a:extLst>
              <a:ext uri="{FF2B5EF4-FFF2-40B4-BE49-F238E27FC236}">
                <a16:creationId xmlns:a16="http://schemas.microsoft.com/office/drawing/2014/main" id="{CB6763D6-5F36-0D4C-7878-1569A31E2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725" name="Google Shape;725;g11095985c35_0_0:notes">
            <a:extLst>
              <a:ext uri="{FF2B5EF4-FFF2-40B4-BE49-F238E27FC236}">
                <a16:creationId xmlns:a16="http://schemas.microsoft.com/office/drawing/2014/main" id="{BD9206D4-456C-2781-EC6F-4014A16A9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4096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11095985c35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1273" name="Google Shape;1273;g11095985c35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E6B2D13A-5A45-159C-0BF0-056E5D18C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105dd86f9e_0_592:notes">
            <a:extLst>
              <a:ext uri="{FF2B5EF4-FFF2-40B4-BE49-F238E27FC236}">
                <a16:creationId xmlns:a16="http://schemas.microsoft.com/office/drawing/2014/main" id="{7838DD25-61FB-A314-CD23-3EA54F9B7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673" name="Google Shape;673;g1105dd86f9e_0_592:notes">
            <a:extLst>
              <a:ext uri="{FF2B5EF4-FFF2-40B4-BE49-F238E27FC236}">
                <a16:creationId xmlns:a16="http://schemas.microsoft.com/office/drawing/2014/main" id="{90B31627-31C3-119C-831B-AEF8900F7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0679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E12B3594-0CC6-99DD-1587-9B439D36A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105dd86f9e_0_592:notes">
            <a:extLst>
              <a:ext uri="{FF2B5EF4-FFF2-40B4-BE49-F238E27FC236}">
                <a16:creationId xmlns:a16="http://schemas.microsoft.com/office/drawing/2014/main" id="{1BA02588-3118-D074-61C8-4F63366706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673" name="Google Shape;673;g1105dd86f9e_0_592:notes">
            <a:extLst>
              <a:ext uri="{FF2B5EF4-FFF2-40B4-BE49-F238E27FC236}">
                <a16:creationId xmlns:a16="http://schemas.microsoft.com/office/drawing/2014/main" id="{664F3BF2-2424-A4EB-B13F-B64F53535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0145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78095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72135">
            <a:off x="550565" y="397336"/>
            <a:ext cx="8049872" cy="436385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8639" y="1507984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8639" y="2419108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 flipH="1">
            <a:off x="2221500" y="1215961"/>
            <a:ext cx="4701000" cy="14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6500" b="1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 flipH="1">
            <a:off x="2010175" y="3586054"/>
            <a:ext cx="5123400" cy="2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325001" y="9122"/>
            <a:ext cx="8496523" cy="4964527"/>
            <a:chOff x="325001" y="9122"/>
            <a:chExt cx="8496523" cy="4964527"/>
          </a:xfrm>
        </p:grpSpPr>
        <p:sp>
          <p:nvSpPr>
            <p:cNvPr id="15" name="Google Shape;15;p2"/>
            <p:cNvSpPr/>
            <p:nvPr/>
          </p:nvSpPr>
          <p:spPr>
            <a:xfrm flipH="1">
              <a:off x="1144517" y="9122"/>
              <a:ext cx="176" cy="17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1144517" y="9122"/>
              <a:ext cx="176" cy="17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987008" y="2272287"/>
              <a:ext cx="313625" cy="28796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386245" y="4282075"/>
              <a:ext cx="313625" cy="28796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3043099">
              <a:off x="540725" y="347231"/>
              <a:ext cx="313585" cy="28801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609141">
              <a:off x="1884929" y="524984"/>
              <a:ext cx="313626" cy="28801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3711692">
              <a:off x="2613820" y="215211"/>
              <a:ext cx="313567" cy="28799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1228324">
              <a:off x="6881318" y="215186"/>
              <a:ext cx="313591" cy="28804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3023929">
              <a:off x="6224164" y="377726"/>
              <a:ext cx="313631" cy="287982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1550539">
              <a:off x="8460845" y="378240"/>
              <a:ext cx="313560" cy="288031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3472959">
              <a:off x="6752575" y="4280995"/>
              <a:ext cx="313604" cy="288020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963095">
              <a:off x="358708" y="2234521"/>
              <a:ext cx="313575" cy="287998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3791631">
              <a:off x="539853" y="3287690"/>
              <a:ext cx="313540" cy="287970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-1731146">
              <a:off x="2758921" y="4627833"/>
              <a:ext cx="313563" cy="28803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 rot="-2478364">
              <a:off x="4096038" y="4544107"/>
              <a:ext cx="313581" cy="288011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CUSTOM_7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 rot="29851">
            <a:off x="550525" y="397283"/>
            <a:ext cx="8049903" cy="436396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721725" y="535000"/>
            <a:ext cx="7700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fa Slab One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"/>
          </p:nvPr>
        </p:nvSpPr>
        <p:spPr>
          <a:xfrm>
            <a:off x="721725" y="1196850"/>
            <a:ext cx="7700400" cy="3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ellfleet"/>
              <a:buAutoNum type="alphaLcPeriod"/>
              <a:defRPr sz="1200">
                <a:solidFill>
                  <a:schemeClr val="dk1"/>
                </a:solidFill>
                <a:latin typeface="Wellfleet"/>
                <a:ea typeface="Wellfleet"/>
                <a:cs typeface="Wellfleet"/>
                <a:sym typeface="Wellflee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ellfleet"/>
              <a:buAutoNum type="romanLcPeriod"/>
              <a:defRPr sz="1200">
                <a:solidFill>
                  <a:schemeClr val="dk1"/>
                </a:solidFill>
                <a:latin typeface="Wellfleet"/>
                <a:ea typeface="Wellfleet"/>
                <a:cs typeface="Wellfleet"/>
                <a:sym typeface="Wellflee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ellfleet"/>
              <a:buAutoNum type="arabicPeriod"/>
              <a:defRPr sz="1200">
                <a:solidFill>
                  <a:schemeClr val="dk1"/>
                </a:solidFill>
                <a:latin typeface="Wellfleet"/>
                <a:ea typeface="Wellfleet"/>
                <a:cs typeface="Wellfleet"/>
                <a:sym typeface="Wellflee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ellfleet"/>
              <a:buAutoNum type="alphaLcPeriod"/>
              <a:defRPr sz="1200">
                <a:solidFill>
                  <a:schemeClr val="dk1"/>
                </a:solidFill>
                <a:latin typeface="Wellfleet"/>
                <a:ea typeface="Wellfleet"/>
                <a:cs typeface="Wellfleet"/>
                <a:sym typeface="Wellflee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ellfleet"/>
              <a:buAutoNum type="romanLcPeriod"/>
              <a:defRPr sz="1200">
                <a:solidFill>
                  <a:schemeClr val="dk1"/>
                </a:solidFill>
                <a:latin typeface="Wellfleet"/>
                <a:ea typeface="Wellfleet"/>
                <a:cs typeface="Wellfleet"/>
                <a:sym typeface="Wellflee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ellfleet"/>
              <a:buAutoNum type="arabicPeriod"/>
              <a:defRPr sz="1200">
                <a:solidFill>
                  <a:schemeClr val="dk1"/>
                </a:solidFill>
                <a:latin typeface="Wellfleet"/>
                <a:ea typeface="Wellfleet"/>
                <a:cs typeface="Wellfleet"/>
                <a:sym typeface="Wellflee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ellfleet"/>
              <a:buAutoNum type="alphaLcPeriod"/>
              <a:defRPr sz="1200">
                <a:solidFill>
                  <a:schemeClr val="dk1"/>
                </a:solidFill>
                <a:latin typeface="Wellfleet"/>
                <a:ea typeface="Wellfleet"/>
                <a:cs typeface="Wellfleet"/>
                <a:sym typeface="Wellflee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Wellfleet"/>
              <a:buAutoNum type="romanLcPeriod"/>
              <a:defRPr sz="1200">
                <a:solidFill>
                  <a:schemeClr val="dk1"/>
                </a:solidFill>
                <a:latin typeface="Wellfleet"/>
                <a:ea typeface="Wellfleet"/>
                <a:cs typeface="Wellfleet"/>
                <a:sym typeface="Wellfleet"/>
              </a:defRPr>
            </a:lvl9pPr>
          </a:lstStyle>
          <a:p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 flipH="1">
            <a:off x="408098" y="9122"/>
            <a:ext cx="8413427" cy="4979726"/>
            <a:chOff x="408098" y="9122"/>
            <a:chExt cx="8413427" cy="4979726"/>
          </a:xfrm>
        </p:grpSpPr>
        <p:sp>
          <p:nvSpPr>
            <p:cNvPr id="57" name="Google Shape;57;p4"/>
            <p:cNvSpPr/>
            <p:nvPr/>
          </p:nvSpPr>
          <p:spPr>
            <a:xfrm>
              <a:off x="8163588" y="9122"/>
              <a:ext cx="176" cy="17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8163588" y="9122"/>
              <a:ext cx="176" cy="17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408098" y="2427775"/>
              <a:ext cx="313625" cy="28796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flipH="1">
              <a:off x="7941460" y="4608500"/>
              <a:ext cx="313625" cy="28796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rot="3043099" flipH="1">
              <a:off x="8453970" y="347231"/>
              <a:ext cx="313585" cy="28801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609141" flipH="1">
              <a:off x="6424326" y="215209"/>
              <a:ext cx="313626" cy="28801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 rot="3711692" flipH="1">
              <a:off x="5234694" y="149398"/>
              <a:ext cx="313567" cy="28799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 rot="1228324" flipH="1">
              <a:off x="1943146" y="132936"/>
              <a:ext cx="313591" cy="28804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 rot="3023929" flipH="1">
              <a:off x="2992511" y="215226"/>
              <a:ext cx="313631" cy="287982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rot="-1550539" flipH="1">
              <a:off x="533877" y="378240"/>
              <a:ext cx="313560" cy="288031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 rot="3472959" flipH="1">
              <a:off x="1309627" y="4635445"/>
              <a:ext cx="313604" cy="288020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 rot="-963095" flipH="1">
              <a:off x="2866399" y="4543796"/>
              <a:ext cx="313575" cy="287998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 rot="-3791631" flipH="1">
              <a:off x="8454888" y="3287690"/>
              <a:ext cx="313540" cy="287970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 rot="1731146" flipH="1">
              <a:off x="6037822" y="4570383"/>
              <a:ext cx="313563" cy="28803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 rot="2478364" flipH="1">
              <a:off x="4898661" y="4544107"/>
              <a:ext cx="313581" cy="288011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rot="4919304" flipH="1">
              <a:off x="462184" y="3705149"/>
              <a:ext cx="313631" cy="287984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7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550550" y="397425"/>
            <a:ext cx="8049900" cy="436410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title"/>
          </p:nvPr>
        </p:nvSpPr>
        <p:spPr>
          <a:xfrm>
            <a:off x="721725" y="535000"/>
            <a:ext cx="7700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fa Slab One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grpSp>
        <p:nvGrpSpPr>
          <p:cNvPr id="100" name="Google Shape;100;p6"/>
          <p:cNvGrpSpPr/>
          <p:nvPr/>
        </p:nvGrpSpPr>
        <p:grpSpPr>
          <a:xfrm flipH="1">
            <a:off x="408098" y="9122"/>
            <a:ext cx="8413427" cy="4979726"/>
            <a:chOff x="408098" y="9122"/>
            <a:chExt cx="8413427" cy="4979726"/>
          </a:xfrm>
        </p:grpSpPr>
        <p:sp>
          <p:nvSpPr>
            <p:cNvPr id="101" name="Google Shape;101;p6"/>
            <p:cNvSpPr/>
            <p:nvPr/>
          </p:nvSpPr>
          <p:spPr>
            <a:xfrm>
              <a:off x="8163588" y="9122"/>
              <a:ext cx="176" cy="17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8163588" y="9122"/>
              <a:ext cx="176" cy="17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 flipH="1">
              <a:off x="408098" y="2427775"/>
              <a:ext cx="313625" cy="28796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 flipH="1">
              <a:off x="7941460" y="4608500"/>
              <a:ext cx="313625" cy="28796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 rot="3043099" flipH="1">
              <a:off x="8453970" y="347231"/>
              <a:ext cx="313585" cy="28801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 rot="-609141" flipH="1">
              <a:off x="6424326" y="215209"/>
              <a:ext cx="313626" cy="28801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 rot="3711692" flipH="1">
              <a:off x="5234694" y="149398"/>
              <a:ext cx="313567" cy="28799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 rot="1228324" flipH="1">
              <a:off x="1943146" y="132936"/>
              <a:ext cx="313591" cy="28804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 rot="3023929" flipH="1">
              <a:off x="2992511" y="215226"/>
              <a:ext cx="313631" cy="287982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 rot="-1550539" flipH="1">
              <a:off x="533877" y="378240"/>
              <a:ext cx="313560" cy="288031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 rot="3472959" flipH="1">
              <a:off x="1309627" y="4635445"/>
              <a:ext cx="313604" cy="288020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 rot="-963095" flipH="1">
              <a:off x="2866399" y="4543796"/>
              <a:ext cx="313575" cy="287998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 rot="-3791631" flipH="1">
              <a:off x="8454888" y="3287690"/>
              <a:ext cx="313540" cy="287970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 rot="1731146" flipH="1">
              <a:off x="6037822" y="4570383"/>
              <a:ext cx="313563" cy="28803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 rot="2478364" flipH="1">
              <a:off x="4898661" y="4544107"/>
              <a:ext cx="313581" cy="288011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6"/>
            <p:cNvSpPr/>
            <p:nvPr/>
          </p:nvSpPr>
          <p:spPr>
            <a:xfrm rot="4919304" flipH="1">
              <a:off x="462184" y="3705149"/>
              <a:ext cx="313631" cy="287984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42151">
            <a:off x="550588" y="397358"/>
            <a:ext cx="8049905" cy="4364427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1134050" y="1706700"/>
            <a:ext cx="2714400" cy="173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2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body" idx="1"/>
          </p:nvPr>
        </p:nvSpPr>
        <p:spPr>
          <a:xfrm>
            <a:off x="4032963" y="1706700"/>
            <a:ext cx="3725400" cy="173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300"/>
            </a:lvl1pPr>
            <a:lvl2pPr marL="914400" lvl="1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21" name="Google Shape;121;p7"/>
          <p:cNvGrpSpPr/>
          <p:nvPr/>
        </p:nvGrpSpPr>
        <p:grpSpPr>
          <a:xfrm rot="10800000" flipH="1">
            <a:off x="408098" y="9122"/>
            <a:ext cx="8413427" cy="4979726"/>
            <a:chOff x="408098" y="9122"/>
            <a:chExt cx="8413427" cy="4979726"/>
          </a:xfrm>
        </p:grpSpPr>
        <p:sp>
          <p:nvSpPr>
            <p:cNvPr id="122" name="Google Shape;122;p7"/>
            <p:cNvSpPr/>
            <p:nvPr/>
          </p:nvSpPr>
          <p:spPr>
            <a:xfrm>
              <a:off x="8163588" y="9122"/>
              <a:ext cx="176" cy="17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8163588" y="9122"/>
              <a:ext cx="176" cy="17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 flipH="1">
              <a:off x="408098" y="2427775"/>
              <a:ext cx="313625" cy="28796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 flipH="1">
              <a:off x="7941460" y="4608500"/>
              <a:ext cx="313625" cy="28796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 rot="3043099" flipH="1">
              <a:off x="8453970" y="347231"/>
              <a:ext cx="313585" cy="28801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 rot="-609141" flipH="1">
              <a:off x="6424326" y="215209"/>
              <a:ext cx="313626" cy="28801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 rot="3711692" flipH="1">
              <a:off x="5234694" y="149398"/>
              <a:ext cx="313567" cy="28799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 rot="1228324" flipH="1">
              <a:off x="1943146" y="132936"/>
              <a:ext cx="313591" cy="28804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 rot="3023929" flipH="1">
              <a:off x="2992511" y="215226"/>
              <a:ext cx="313631" cy="287982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 rot="-1550539" flipH="1">
              <a:off x="533877" y="378240"/>
              <a:ext cx="313560" cy="288031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 rot="3472959" flipH="1">
              <a:off x="1309627" y="4635445"/>
              <a:ext cx="313604" cy="288020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 rot="-963095" flipH="1">
              <a:off x="2866399" y="4543796"/>
              <a:ext cx="313575" cy="287998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 rot="-3791631" flipH="1">
              <a:off x="8454888" y="3287690"/>
              <a:ext cx="313540" cy="287970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 rot="1731146" flipH="1">
              <a:off x="6037822" y="4570383"/>
              <a:ext cx="313563" cy="28803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 rot="2478364" flipH="1">
              <a:off x="4898661" y="4544107"/>
              <a:ext cx="313581" cy="288011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 rot="4919304" flipH="1">
              <a:off x="462184" y="3705149"/>
              <a:ext cx="313631" cy="287984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6"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">
  <p:cSld name="CUSTOM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/>
          <p:nvPr/>
        </p:nvSpPr>
        <p:spPr>
          <a:xfrm rot="-59961">
            <a:off x="550693" y="397414"/>
            <a:ext cx="8049924" cy="436447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3"/>
          <p:cNvSpPr txBox="1">
            <a:spLocks noGrp="1"/>
          </p:cNvSpPr>
          <p:nvPr>
            <p:ph type="ctrTitle"/>
          </p:nvPr>
        </p:nvSpPr>
        <p:spPr>
          <a:xfrm>
            <a:off x="3410850" y="3062963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subTitle" idx="1"/>
          </p:nvPr>
        </p:nvSpPr>
        <p:spPr>
          <a:xfrm>
            <a:off x="3583650" y="3702275"/>
            <a:ext cx="19767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title" idx="2" hasCustomPrompt="1"/>
          </p:nvPr>
        </p:nvSpPr>
        <p:spPr>
          <a:xfrm>
            <a:off x="3695100" y="2036113"/>
            <a:ext cx="1753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5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08" name="Google Shape;208;p13"/>
          <p:cNvSpPr txBox="1">
            <a:spLocks noGrp="1"/>
          </p:cNvSpPr>
          <p:nvPr>
            <p:ph type="ctrTitle" idx="3"/>
          </p:nvPr>
        </p:nvSpPr>
        <p:spPr>
          <a:xfrm>
            <a:off x="5862175" y="3062963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subTitle" idx="4"/>
          </p:nvPr>
        </p:nvSpPr>
        <p:spPr>
          <a:xfrm>
            <a:off x="6034975" y="3702275"/>
            <a:ext cx="19767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5" hasCustomPrompt="1"/>
          </p:nvPr>
        </p:nvSpPr>
        <p:spPr>
          <a:xfrm>
            <a:off x="6146425" y="2036113"/>
            <a:ext cx="1753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5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1" name="Google Shape;211;p13"/>
          <p:cNvSpPr txBox="1">
            <a:spLocks noGrp="1"/>
          </p:cNvSpPr>
          <p:nvPr>
            <p:ph type="ctrTitle" idx="6"/>
          </p:nvPr>
        </p:nvSpPr>
        <p:spPr>
          <a:xfrm>
            <a:off x="994775" y="3062963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subTitle" idx="7"/>
          </p:nvPr>
        </p:nvSpPr>
        <p:spPr>
          <a:xfrm>
            <a:off x="1167575" y="3702275"/>
            <a:ext cx="19767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13" name="Google Shape;213;p13"/>
          <p:cNvSpPr txBox="1">
            <a:spLocks noGrp="1"/>
          </p:cNvSpPr>
          <p:nvPr>
            <p:ph type="title" idx="8" hasCustomPrompt="1"/>
          </p:nvPr>
        </p:nvSpPr>
        <p:spPr>
          <a:xfrm>
            <a:off x="1279025" y="2036113"/>
            <a:ext cx="17538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  <a:defRPr sz="5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Fira Sans Extra Condensed Medium"/>
              <a:buNone/>
              <a:defRPr sz="60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4" name="Google Shape;214;p13"/>
          <p:cNvSpPr txBox="1">
            <a:spLocks noGrp="1"/>
          </p:cNvSpPr>
          <p:nvPr>
            <p:ph type="title" idx="9"/>
          </p:nvPr>
        </p:nvSpPr>
        <p:spPr>
          <a:xfrm>
            <a:off x="721725" y="535000"/>
            <a:ext cx="7700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fa Slab One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grpSp>
        <p:nvGrpSpPr>
          <p:cNvPr id="215" name="Google Shape;215;p13"/>
          <p:cNvGrpSpPr/>
          <p:nvPr/>
        </p:nvGrpSpPr>
        <p:grpSpPr>
          <a:xfrm rot="10800000">
            <a:off x="408098" y="9122"/>
            <a:ext cx="8413427" cy="4979726"/>
            <a:chOff x="408098" y="9122"/>
            <a:chExt cx="8413427" cy="4979726"/>
          </a:xfrm>
        </p:grpSpPr>
        <p:sp>
          <p:nvSpPr>
            <p:cNvPr id="216" name="Google Shape;216;p13"/>
            <p:cNvSpPr/>
            <p:nvPr/>
          </p:nvSpPr>
          <p:spPr>
            <a:xfrm>
              <a:off x="8163588" y="9122"/>
              <a:ext cx="176" cy="17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8163588" y="9122"/>
              <a:ext cx="176" cy="17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3"/>
            <p:cNvSpPr/>
            <p:nvPr/>
          </p:nvSpPr>
          <p:spPr>
            <a:xfrm flipH="1">
              <a:off x="408098" y="2427775"/>
              <a:ext cx="313625" cy="28796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3"/>
            <p:cNvSpPr/>
            <p:nvPr/>
          </p:nvSpPr>
          <p:spPr>
            <a:xfrm flipH="1">
              <a:off x="7941460" y="4608500"/>
              <a:ext cx="313625" cy="28796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3"/>
            <p:cNvSpPr/>
            <p:nvPr/>
          </p:nvSpPr>
          <p:spPr>
            <a:xfrm rot="3043099" flipH="1">
              <a:off x="8453970" y="347231"/>
              <a:ext cx="313585" cy="28801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3"/>
            <p:cNvSpPr/>
            <p:nvPr/>
          </p:nvSpPr>
          <p:spPr>
            <a:xfrm rot="-609141" flipH="1">
              <a:off x="6424326" y="215209"/>
              <a:ext cx="313626" cy="28801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 rot="3711692" flipH="1">
              <a:off x="5234694" y="149398"/>
              <a:ext cx="313567" cy="28799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 rot="1228324" flipH="1">
              <a:off x="1943146" y="132936"/>
              <a:ext cx="313591" cy="28804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 rot="3023929" flipH="1">
              <a:off x="2992511" y="215226"/>
              <a:ext cx="313631" cy="287982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3"/>
            <p:cNvSpPr/>
            <p:nvPr/>
          </p:nvSpPr>
          <p:spPr>
            <a:xfrm rot="-1550539" flipH="1">
              <a:off x="533877" y="378240"/>
              <a:ext cx="313560" cy="288031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3"/>
            <p:cNvSpPr/>
            <p:nvPr/>
          </p:nvSpPr>
          <p:spPr>
            <a:xfrm rot="3472959" flipH="1">
              <a:off x="1309627" y="4635445"/>
              <a:ext cx="313604" cy="288020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3"/>
            <p:cNvSpPr/>
            <p:nvPr/>
          </p:nvSpPr>
          <p:spPr>
            <a:xfrm rot="-963095" flipH="1">
              <a:off x="2866399" y="4543796"/>
              <a:ext cx="313575" cy="287998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3"/>
            <p:cNvSpPr/>
            <p:nvPr/>
          </p:nvSpPr>
          <p:spPr>
            <a:xfrm rot="-3791631" flipH="1">
              <a:off x="8454888" y="3287690"/>
              <a:ext cx="313540" cy="287970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3"/>
            <p:cNvSpPr/>
            <p:nvPr/>
          </p:nvSpPr>
          <p:spPr>
            <a:xfrm rot="1731146" flipH="1">
              <a:off x="6037822" y="4570383"/>
              <a:ext cx="313563" cy="28803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3"/>
            <p:cNvSpPr/>
            <p:nvPr/>
          </p:nvSpPr>
          <p:spPr>
            <a:xfrm rot="2478364" flipH="1">
              <a:off x="4898661" y="4544107"/>
              <a:ext cx="313581" cy="288011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3"/>
            <p:cNvSpPr/>
            <p:nvPr/>
          </p:nvSpPr>
          <p:spPr>
            <a:xfrm rot="4919304" flipH="1">
              <a:off x="462184" y="3705149"/>
              <a:ext cx="313631" cy="287984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/>
          <p:nvPr/>
        </p:nvSpPr>
        <p:spPr>
          <a:xfrm rot="29980">
            <a:off x="550542" y="397401"/>
            <a:ext cx="8049906" cy="436396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5"/>
          <p:cNvSpPr txBox="1">
            <a:spLocks noGrp="1"/>
          </p:cNvSpPr>
          <p:nvPr>
            <p:ph type="title"/>
          </p:nvPr>
        </p:nvSpPr>
        <p:spPr>
          <a:xfrm>
            <a:off x="721725" y="535000"/>
            <a:ext cx="7700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fa Slab One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grpSp>
        <p:nvGrpSpPr>
          <p:cNvPr id="256" name="Google Shape;256;p15"/>
          <p:cNvGrpSpPr/>
          <p:nvPr/>
        </p:nvGrpSpPr>
        <p:grpSpPr>
          <a:xfrm rot="10800000" flipH="1">
            <a:off x="408098" y="9122"/>
            <a:ext cx="8413427" cy="4979726"/>
            <a:chOff x="408098" y="9122"/>
            <a:chExt cx="8413427" cy="4979726"/>
          </a:xfrm>
        </p:grpSpPr>
        <p:sp>
          <p:nvSpPr>
            <p:cNvPr id="257" name="Google Shape;257;p15"/>
            <p:cNvSpPr/>
            <p:nvPr/>
          </p:nvSpPr>
          <p:spPr>
            <a:xfrm>
              <a:off x="8163588" y="9122"/>
              <a:ext cx="176" cy="17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8163588" y="9122"/>
              <a:ext cx="176" cy="17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 flipH="1">
              <a:off x="408098" y="2427775"/>
              <a:ext cx="313625" cy="28796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 flipH="1">
              <a:off x="7941460" y="4608500"/>
              <a:ext cx="313625" cy="28796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 rot="3043099" flipH="1">
              <a:off x="8453970" y="347231"/>
              <a:ext cx="313585" cy="28801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 rot="-609141" flipH="1">
              <a:off x="6424326" y="215209"/>
              <a:ext cx="313626" cy="28801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 rot="3711692" flipH="1">
              <a:off x="5234694" y="149398"/>
              <a:ext cx="313567" cy="28799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 rot="1228324" flipH="1">
              <a:off x="1943146" y="132936"/>
              <a:ext cx="313591" cy="28804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 rot="3023929" flipH="1">
              <a:off x="2992511" y="215226"/>
              <a:ext cx="313631" cy="287982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 rot="-1550539" flipH="1">
              <a:off x="533877" y="378240"/>
              <a:ext cx="313560" cy="288031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 rot="3472959" flipH="1">
              <a:off x="1309627" y="4635445"/>
              <a:ext cx="313604" cy="288020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 rot="-963095" flipH="1">
              <a:off x="2866399" y="4543796"/>
              <a:ext cx="313575" cy="287998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 rot="-3791631" flipH="1">
              <a:off x="8454888" y="3287690"/>
              <a:ext cx="313540" cy="287970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 rot="1731146" flipH="1">
              <a:off x="6037822" y="4570383"/>
              <a:ext cx="313563" cy="28803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 rot="2478364" flipH="1">
              <a:off x="4898661" y="4544107"/>
              <a:ext cx="313581" cy="288011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 rot="4919304" flipH="1">
              <a:off x="462184" y="3705149"/>
              <a:ext cx="313631" cy="287984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7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"/>
          <p:cNvSpPr/>
          <p:nvPr/>
        </p:nvSpPr>
        <p:spPr>
          <a:xfrm rot="-30109">
            <a:off x="550600" y="397211"/>
            <a:ext cx="8049609" cy="436426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6"/>
          <p:cNvSpPr txBox="1">
            <a:spLocks noGrp="1"/>
          </p:cNvSpPr>
          <p:nvPr>
            <p:ph type="title"/>
          </p:nvPr>
        </p:nvSpPr>
        <p:spPr>
          <a:xfrm>
            <a:off x="721725" y="535000"/>
            <a:ext cx="7700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fa Slab One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276" name="Google Shape;276;p16"/>
          <p:cNvSpPr txBox="1">
            <a:spLocks noGrp="1"/>
          </p:cNvSpPr>
          <p:nvPr>
            <p:ph type="ctrTitle" idx="2"/>
          </p:nvPr>
        </p:nvSpPr>
        <p:spPr>
          <a:xfrm>
            <a:off x="1771277" y="2887940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16"/>
          <p:cNvSpPr txBox="1">
            <a:spLocks noGrp="1"/>
          </p:cNvSpPr>
          <p:nvPr>
            <p:ph type="subTitle" idx="1"/>
          </p:nvPr>
        </p:nvSpPr>
        <p:spPr>
          <a:xfrm>
            <a:off x="1771277" y="3446375"/>
            <a:ext cx="2322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78" name="Google Shape;278;p16"/>
          <p:cNvSpPr txBox="1">
            <a:spLocks noGrp="1"/>
          </p:cNvSpPr>
          <p:nvPr>
            <p:ph type="ctrTitle" idx="3"/>
          </p:nvPr>
        </p:nvSpPr>
        <p:spPr>
          <a:xfrm>
            <a:off x="5050423" y="2887940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79" name="Google Shape;279;p16"/>
          <p:cNvSpPr txBox="1">
            <a:spLocks noGrp="1"/>
          </p:cNvSpPr>
          <p:nvPr>
            <p:ph type="subTitle" idx="4"/>
          </p:nvPr>
        </p:nvSpPr>
        <p:spPr>
          <a:xfrm>
            <a:off x="5050423" y="3446275"/>
            <a:ext cx="2322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grpSp>
        <p:nvGrpSpPr>
          <p:cNvPr id="280" name="Google Shape;280;p16"/>
          <p:cNvGrpSpPr/>
          <p:nvPr/>
        </p:nvGrpSpPr>
        <p:grpSpPr>
          <a:xfrm rot="10800000">
            <a:off x="408098" y="9122"/>
            <a:ext cx="8413427" cy="4979726"/>
            <a:chOff x="408098" y="9122"/>
            <a:chExt cx="8413427" cy="4979726"/>
          </a:xfrm>
        </p:grpSpPr>
        <p:sp>
          <p:nvSpPr>
            <p:cNvPr id="281" name="Google Shape;281;p16"/>
            <p:cNvSpPr/>
            <p:nvPr/>
          </p:nvSpPr>
          <p:spPr>
            <a:xfrm>
              <a:off x="8163588" y="9122"/>
              <a:ext cx="176" cy="17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8163588" y="9122"/>
              <a:ext cx="176" cy="17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 flipH="1">
              <a:off x="408098" y="2427775"/>
              <a:ext cx="313625" cy="28796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6"/>
            <p:cNvSpPr/>
            <p:nvPr/>
          </p:nvSpPr>
          <p:spPr>
            <a:xfrm flipH="1">
              <a:off x="7941460" y="4608500"/>
              <a:ext cx="313625" cy="28796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6"/>
            <p:cNvSpPr/>
            <p:nvPr/>
          </p:nvSpPr>
          <p:spPr>
            <a:xfrm rot="3043099" flipH="1">
              <a:off x="8453970" y="347231"/>
              <a:ext cx="313585" cy="28801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6"/>
            <p:cNvSpPr/>
            <p:nvPr/>
          </p:nvSpPr>
          <p:spPr>
            <a:xfrm rot="-609141" flipH="1">
              <a:off x="6424326" y="215209"/>
              <a:ext cx="313626" cy="28801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6"/>
            <p:cNvSpPr/>
            <p:nvPr/>
          </p:nvSpPr>
          <p:spPr>
            <a:xfrm rot="3711692" flipH="1">
              <a:off x="5234694" y="149398"/>
              <a:ext cx="313567" cy="287996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6"/>
            <p:cNvSpPr/>
            <p:nvPr/>
          </p:nvSpPr>
          <p:spPr>
            <a:xfrm rot="1228324" flipH="1">
              <a:off x="1943146" y="132936"/>
              <a:ext cx="313591" cy="28804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 rot="3023929" flipH="1">
              <a:off x="2992511" y="215226"/>
              <a:ext cx="313631" cy="287982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 rot="-1550539" flipH="1">
              <a:off x="533877" y="378240"/>
              <a:ext cx="313560" cy="288031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 rot="3472959" flipH="1">
              <a:off x="1309627" y="4635445"/>
              <a:ext cx="313604" cy="288020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 rot="-963095" flipH="1">
              <a:off x="2866399" y="4543796"/>
              <a:ext cx="313575" cy="287998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6"/>
            <p:cNvSpPr/>
            <p:nvPr/>
          </p:nvSpPr>
          <p:spPr>
            <a:xfrm rot="-3791631" flipH="1">
              <a:off x="8454888" y="3287690"/>
              <a:ext cx="313540" cy="287970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 rot="1731146" flipH="1">
              <a:off x="6037822" y="4570383"/>
              <a:ext cx="313563" cy="288033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 rot="2478364" flipH="1">
              <a:off x="4898661" y="4544107"/>
              <a:ext cx="313581" cy="288011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6"/>
            <p:cNvSpPr/>
            <p:nvPr/>
          </p:nvSpPr>
          <p:spPr>
            <a:xfrm rot="4919304" flipH="1">
              <a:off x="462184" y="3705149"/>
              <a:ext cx="313631" cy="287984"/>
            </a:xfrm>
            <a:custGeom>
              <a:avLst/>
              <a:gdLst/>
              <a:ahLst/>
              <a:cxnLst/>
              <a:rect l="l" t="t" r="r" b="b"/>
              <a:pathLst>
                <a:path w="2640" h="2447" extrusionOk="0">
                  <a:moveTo>
                    <a:pt x="2158" y="0"/>
                  </a:moveTo>
                  <a:lnTo>
                    <a:pt x="2158" y="0"/>
                  </a:lnTo>
                  <a:cubicBezTo>
                    <a:pt x="2158" y="1"/>
                    <a:pt x="1" y="424"/>
                    <a:pt x="560" y="2447"/>
                  </a:cubicBezTo>
                  <a:cubicBezTo>
                    <a:pt x="2640" y="2100"/>
                    <a:pt x="2158" y="1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dvent Pro SemiBold"/>
              <a:buChar char="●"/>
              <a:defRPr sz="130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marL="914400" lvl="1" indent="-3111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dvent Pro SemiBold"/>
              <a:buChar char="○"/>
              <a:defRPr sz="130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2pPr>
            <a:lvl3pPr marL="1371600" lvl="2" indent="-3111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dvent Pro SemiBold"/>
              <a:buChar char="■"/>
              <a:defRPr sz="130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3pPr>
            <a:lvl4pPr marL="1828800" lvl="3" indent="-3111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dvent Pro SemiBold"/>
              <a:buChar char="●"/>
              <a:defRPr sz="130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4pPr>
            <a:lvl5pPr marL="2286000" lvl="4" indent="-3111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dvent Pro SemiBold"/>
              <a:buChar char="○"/>
              <a:defRPr sz="130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5pPr>
            <a:lvl6pPr marL="2743200" lvl="5" indent="-3111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dvent Pro SemiBold"/>
              <a:buChar char="■"/>
              <a:defRPr sz="130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6pPr>
            <a:lvl7pPr marL="3200400" lvl="6" indent="-3111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dvent Pro SemiBold"/>
              <a:buChar char="●"/>
              <a:defRPr sz="130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7pPr>
            <a:lvl8pPr marL="3657600" lvl="7" indent="-3111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dvent Pro SemiBold"/>
              <a:buChar char="○"/>
              <a:defRPr sz="130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8pPr>
            <a:lvl9pPr marL="4114800" lvl="8" indent="-31115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00"/>
              <a:buFont typeface="Advent Pro SemiBold"/>
              <a:buChar char="■"/>
              <a:defRPr sz="130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8" r:id="rId5"/>
    <p:sldLayoutId id="2147483659" r:id="rId6"/>
    <p:sldLayoutId id="2147483661" r:id="rId7"/>
    <p:sldLayoutId id="2147483662" r:id="rId8"/>
    <p:sldLayoutId id="2147483674" r:id="rId9"/>
    <p:sldLayoutId id="2147483675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ommit-to-Noma/VeriCycle/blob/main/submit-record.js" TargetMode="External"/><Relationship Id="rId3" Type="http://schemas.openxmlformats.org/officeDocument/2006/relationships/hyperlink" Target="https://hashscan.io/testnet/token/0.0.7189125" TargetMode="External"/><Relationship Id="rId7" Type="http://schemas.openxmlformats.org/officeDocument/2006/relationships/hyperlink" Target="https://github.com/commit-to-Noma/VeriCycle/blob/main/logbook.j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ommit-to-Noma/VeriCycle/blob/main/create-token.js" TargetMode="External"/><Relationship Id="rId5" Type="http://schemas.openxmlformats.org/officeDocument/2006/relationships/hyperlink" Target="https://hashscan.io/testnet/account/0.0.7108458" TargetMode="External"/><Relationship Id="rId10" Type="http://schemas.openxmlformats.org/officeDocument/2006/relationships/hyperlink" Target="https://github.com/commit-to-Noma/VeriCycle/blob/main/transfer-reward.js" TargetMode="External"/><Relationship Id="rId4" Type="http://schemas.openxmlformats.org/officeDocument/2006/relationships/hyperlink" Target="https://hashscan.io/testnet/topic/0.0.7191601" TargetMode="External"/><Relationship Id="rId9" Type="http://schemas.openxmlformats.org/officeDocument/2006/relationships/hyperlink" Target="https://github.com/commit-to-Noma/VeriCycle/blob/main/collector-account.j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nomathembancube2005@gmail.com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www.linkedin.com/in/nomathemba-ncube" TargetMode="External"/><Relationship Id="rId4" Type="http://schemas.openxmlformats.org/officeDocument/2006/relationships/hyperlink" Target="https://github.com/commit-to-No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oogle Shape;595;p33"/>
          <p:cNvGrpSpPr/>
          <p:nvPr/>
        </p:nvGrpSpPr>
        <p:grpSpPr>
          <a:xfrm rot="806840" flipH="1">
            <a:off x="7571342" y="381145"/>
            <a:ext cx="1006405" cy="1119042"/>
            <a:chOff x="1988096" y="4310116"/>
            <a:chExt cx="892264" cy="992211"/>
          </a:xfrm>
        </p:grpSpPr>
        <p:sp>
          <p:nvSpPr>
            <p:cNvPr id="596" name="Google Shape;596;p33"/>
            <p:cNvSpPr/>
            <p:nvPr/>
          </p:nvSpPr>
          <p:spPr>
            <a:xfrm>
              <a:off x="1988096" y="4312020"/>
              <a:ext cx="880731" cy="990307"/>
            </a:xfrm>
            <a:custGeom>
              <a:avLst/>
              <a:gdLst/>
              <a:ahLst/>
              <a:cxnLst/>
              <a:rect l="l" t="t" r="r" b="b"/>
              <a:pathLst>
                <a:path w="10090" h="11346" extrusionOk="0">
                  <a:moveTo>
                    <a:pt x="5259" y="6068"/>
                  </a:moveTo>
                  <a:lnTo>
                    <a:pt x="5259" y="6068"/>
                  </a:lnTo>
                  <a:cubicBezTo>
                    <a:pt x="5182" y="6164"/>
                    <a:pt x="5085" y="6261"/>
                    <a:pt x="5028" y="6318"/>
                  </a:cubicBezTo>
                  <a:cubicBezTo>
                    <a:pt x="5085" y="6261"/>
                    <a:pt x="5162" y="6164"/>
                    <a:pt x="5259" y="6068"/>
                  </a:cubicBezTo>
                  <a:close/>
                  <a:moveTo>
                    <a:pt x="5027" y="6319"/>
                  </a:moveTo>
                  <a:lnTo>
                    <a:pt x="5027" y="6319"/>
                  </a:lnTo>
                  <a:cubicBezTo>
                    <a:pt x="4950" y="6396"/>
                    <a:pt x="4873" y="6453"/>
                    <a:pt x="4777" y="6473"/>
                  </a:cubicBezTo>
                  <a:cubicBezTo>
                    <a:pt x="4854" y="6453"/>
                    <a:pt x="4950" y="6396"/>
                    <a:pt x="5027" y="6319"/>
                  </a:cubicBezTo>
                  <a:close/>
                  <a:moveTo>
                    <a:pt x="7917" y="7956"/>
                  </a:moveTo>
                  <a:cubicBezTo>
                    <a:pt x="7917" y="8014"/>
                    <a:pt x="7936" y="8052"/>
                    <a:pt x="7936" y="8091"/>
                  </a:cubicBezTo>
                  <a:cubicBezTo>
                    <a:pt x="7917" y="8033"/>
                    <a:pt x="7917" y="8014"/>
                    <a:pt x="7917" y="7956"/>
                  </a:cubicBezTo>
                  <a:close/>
                  <a:moveTo>
                    <a:pt x="8110" y="8399"/>
                  </a:moveTo>
                  <a:lnTo>
                    <a:pt x="8110" y="8399"/>
                  </a:lnTo>
                  <a:cubicBezTo>
                    <a:pt x="8129" y="8437"/>
                    <a:pt x="8167" y="8495"/>
                    <a:pt x="8206" y="8534"/>
                  </a:cubicBezTo>
                  <a:cubicBezTo>
                    <a:pt x="8148" y="8495"/>
                    <a:pt x="8129" y="8437"/>
                    <a:pt x="8110" y="8399"/>
                  </a:cubicBezTo>
                  <a:close/>
                  <a:moveTo>
                    <a:pt x="8348" y="0"/>
                  </a:moveTo>
                  <a:cubicBezTo>
                    <a:pt x="8225" y="0"/>
                    <a:pt x="8148" y="19"/>
                    <a:pt x="8148" y="19"/>
                  </a:cubicBezTo>
                  <a:cubicBezTo>
                    <a:pt x="8148" y="19"/>
                    <a:pt x="8167" y="539"/>
                    <a:pt x="8033" y="1060"/>
                  </a:cubicBezTo>
                  <a:cubicBezTo>
                    <a:pt x="7879" y="1560"/>
                    <a:pt x="6896" y="2832"/>
                    <a:pt x="6569" y="3429"/>
                  </a:cubicBezTo>
                  <a:cubicBezTo>
                    <a:pt x="6222" y="4045"/>
                    <a:pt x="6126" y="4585"/>
                    <a:pt x="5259" y="5991"/>
                  </a:cubicBezTo>
                  <a:cubicBezTo>
                    <a:pt x="5239" y="6010"/>
                    <a:pt x="5220" y="6068"/>
                    <a:pt x="5220" y="6087"/>
                  </a:cubicBezTo>
                  <a:cubicBezTo>
                    <a:pt x="4970" y="5895"/>
                    <a:pt x="4642" y="5625"/>
                    <a:pt x="4507" y="5432"/>
                  </a:cubicBezTo>
                  <a:cubicBezTo>
                    <a:pt x="4315" y="5124"/>
                    <a:pt x="4122" y="4527"/>
                    <a:pt x="3679" y="4450"/>
                  </a:cubicBezTo>
                  <a:cubicBezTo>
                    <a:pt x="3640" y="4444"/>
                    <a:pt x="3602" y="4441"/>
                    <a:pt x="3563" y="4441"/>
                  </a:cubicBezTo>
                  <a:cubicBezTo>
                    <a:pt x="3159" y="4441"/>
                    <a:pt x="2755" y="4748"/>
                    <a:pt x="2351" y="4748"/>
                  </a:cubicBezTo>
                  <a:cubicBezTo>
                    <a:pt x="2312" y="4748"/>
                    <a:pt x="2273" y="4745"/>
                    <a:pt x="2234" y="4739"/>
                  </a:cubicBezTo>
                  <a:cubicBezTo>
                    <a:pt x="1857" y="4678"/>
                    <a:pt x="1680" y="4499"/>
                    <a:pt x="1538" y="4499"/>
                  </a:cubicBezTo>
                  <a:cubicBezTo>
                    <a:pt x="1499" y="4499"/>
                    <a:pt x="1463" y="4513"/>
                    <a:pt x="1425" y="4546"/>
                  </a:cubicBezTo>
                  <a:cubicBezTo>
                    <a:pt x="1271" y="4662"/>
                    <a:pt x="1984" y="5240"/>
                    <a:pt x="2389" y="5240"/>
                  </a:cubicBezTo>
                  <a:cubicBezTo>
                    <a:pt x="2812" y="5240"/>
                    <a:pt x="3217" y="5394"/>
                    <a:pt x="3621" y="5875"/>
                  </a:cubicBezTo>
                  <a:cubicBezTo>
                    <a:pt x="3872" y="6126"/>
                    <a:pt x="4064" y="6395"/>
                    <a:pt x="4219" y="6588"/>
                  </a:cubicBezTo>
                  <a:cubicBezTo>
                    <a:pt x="4276" y="6588"/>
                    <a:pt x="4296" y="6588"/>
                    <a:pt x="4353" y="6607"/>
                  </a:cubicBezTo>
                  <a:cubicBezTo>
                    <a:pt x="3718" y="6569"/>
                    <a:pt x="3063" y="5895"/>
                    <a:pt x="2543" y="5818"/>
                  </a:cubicBezTo>
                  <a:cubicBezTo>
                    <a:pt x="2427" y="5803"/>
                    <a:pt x="2290" y="5796"/>
                    <a:pt x="2142" y="5796"/>
                  </a:cubicBezTo>
                  <a:cubicBezTo>
                    <a:pt x="1275" y="5796"/>
                    <a:pt x="0" y="6037"/>
                    <a:pt x="115" y="6530"/>
                  </a:cubicBezTo>
                  <a:cubicBezTo>
                    <a:pt x="231" y="7089"/>
                    <a:pt x="1599" y="7050"/>
                    <a:pt x="2562" y="7224"/>
                  </a:cubicBezTo>
                  <a:cubicBezTo>
                    <a:pt x="3583" y="7320"/>
                    <a:pt x="3159" y="8225"/>
                    <a:pt x="4084" y="8534"/>
                  </a:cubicBezTo>
                  <a:cubicBezTo>
                    <a:pt x="4153" y="8556"/>
                    <a:pt x="4224" y="8566"/>
                    <a:pt x="4296" y="8566"/>
                  </a:cubicBezTo>
                  <a:cubicBezTo>
                    <a:pt x="5154" y="8566"/>
                    <a:pt x="6106" y="7089"/>
                    <a:pt x="6106" y="7089"/>
                  </a:cubicBezTo>
                  <a:cubicBezTo>
                    <a:pt x="6141" y="9577"/>
                    <a:pt x="6575" y="9770"/>
                    <a:pt x="7190" y="9770"/>
                  </a:cubicBezTo>
                  <a:cubicBezTo>
                    <a:pt x="7251" y="9770"/>
                    <a:pt x="7313" y="9768"/>
                    <a:pt x="7378" y="9767"/>
                  </a:cubicBezTo>
                  <a:cubicBezTo>
                    <a:pt x="7391" y="9766"/>
                    <a:pt x="7404" y="9766"/>
                    <a:pt x="7417" y="9766"/>
                  </a:cubicBezTo>
                  <a:cubicBezTo>
                    <a:pt x="8111" y="9766"/>
                    <a:pt x="8149" y="10273"/>
                    <a:pt x="8167" y="10556"/>
                  </a:cubicBezTo>
                  <a:cubicBezTo>
                    <a:pt x="8194" y="10784"/>
                    <a:pt x="8184" y="11345"/>
                    <a:pt x="8368" y="11345"/>
                  </a:cubicBezTo>
                  <a:cubicBezTo>
                    <a:pt x="8450" y="11345"/>
                    <a:pt x="8569" y="11236"/>
                    <a:pt x="8745" y="10942"/>
                  </a:cubicBezTo>
                  <a:cubicBezTo>
                    <a:pt x="9323" y="9978"/>
                    <a:pt x="9304" y="9535"/>
                    <a:pt x="8533" y="8919"/>
                  </a:cubicBezTo>
                  <a:cubicBezTo>
                    <a:pt x="8379" y="8803"/>
                    <a:pt x="8264" y="8688"/>
                    <a:pt x="8167" y="8572"/>
                  </a:cubicBezTo>
                  <a:cubicBezTo>
                    <a:pt x="8341" y="8572"/>
                    <a:pt x="8514" y="8534"/>
                    <a:pt x="8688" y="8457"/>
                  </a:cubicBezTo>
                  <a:cubicBezTo>
                    <a:pt x="8762" y="8423"/>
                    <a:pt x="8827" y="8407"/>
                    <a:pt x="8885" y="8407"/>
                  </a:cubicBezTo>
                  <a:cubicBezTo>
                    <a:pt x="9157" y="8407"/>
                    <a:pt x="9289" y="8743"/>
                    <a:pt x="9670" y="9092"/>
                  </a:cubicBezTo>
                  <a:cubicBezTo>
                    <a:pt x="9824" y="9246"/>
                    <a:pt x="9923" y="9317"/>
                    <a:pt x="9978" y="9317"/>
                  </a:cubicBezTo>
                  <a:cubicBezTo>
                    <a:pt x="10090" y="9317"/>
                    <a:pt x="10030" y="9035"/>
                    <a:pt x="9901" y="8572"/>
                  </a:cubicBezTo>
                  <a:cubicBezTo>
                    <a:pt x="9733" y="7933"/>
                    <a:pt x="9271" y="7690"/>
                    <a:pt x="8900" y="7690"/>
                  </a:cubicBezTo>
                  <a:cubicBezTo>
                    <a:pt x="8846" y="7690"/>
                    <a:pt x="8794" y="7696"/>
                    <a:pt x="8745" y="7705"/>
                  </a:cubicBezTo>
                  <a:cubicBezTo>
                    <a:pt x="8718" y="7710"/>
                    <a:pt x="8689" y="7712"/>
                    <a:pt x="8658" y="7712"/>
                  </a:cubicBezTo>
                  <a:cubicBezTo>
                    <a:pt x="8433" y="7712"/>
                    <a:pt x="8126" y="7597"/>
                    <a:pt x="7889" y="7480"/>
                  </a:cubicBezTo>
                  <a:lnTo>
                    <a:pt x="7889" y="7480"/>
                  </a:lnTo>
                  <a:cubicBezTo>
                    <a:pt x="7879" y="7509"/>
                    <a:pt x="7879" y="7539"/>
                    <a:pt x="7879" y="7551"/>
                  </a:cubicBezTo>
                  <a:cubicBezTo>
                    <a:pt x="7879" y="7527"/>
                    <a:pt x="7879" y="7503"/>
                    <a:pt x="7888" y="7479"/>
                  </a:cubicBezTo>
                  <a:lnTo>
                    <a:pt x="7888" y="7479"/>
                  </a:lnTo>
                  <a:cubicBezTo>
                    <a:pt x="7888" y="7479"/>
                    <a:pt x="7889" y="7479"/>
                    <a:pt x="7889" y="7480"/>
                  </a:cubicBezTo>
                  <a:lnTo>
                    <a:pt x="7889" y="7480"/>
                  </a:lnTo>
                  <a:cubicBezTo>
                    <a:pt x="7895" y="7464"/>
                    <a:pt x="7904" y="7449"/>
                    <a:pt x="7917" y="7436"/>
                  </a:cubicBezTo>
                  <a:lnTo>
                    <a:pt x="7917" y="7436"/>
                  </a:lnTo>
                  <a:cubicBezTo>
                    <a:pt x="7903" y="7450"/>
                    <a:pt x="7894" y="7465"/>
                    <a:pt x="7888" y="7479"/>
                  </a:cubicBezTo>
                  <a:lnTo>
                    <a:pt x="7888" y="7479"/>
                  </a:lnTo>
                  <a:cubicBezTo>
                    <a:pt x="7885" y="7477"/>
                    <a:pt x="7882" y="7476"/>
                    <a:pt x="7879" y="7474"/>
                  </a:cubicBezTo>
                  <a:lnTo>
                    <a:pt x="7879" y="7436"/>
                  </a:lnTo>
                  <a:cubicBezTo>
                    <a:pt x="7956" y="7031"/>
                    <a:pt x="8630" y="3718"/>
                    <a:pt x="8514" y="3217"/>
                  </a:cubicBezTo>
                  <a:cubicBezTo>
                    <a:pt x="8399" y="2697"/>
                    <a:pt x="8341" y="2081"/>
                    <a:pt x="8707" y="1483"/>
                  </a:cubicBezTo>
                  <a:cubicBezTo>
                    <a:pt x="9073" y="886"/>
                    <a:pt x="9208" y="251"/>
                    <a:pt x="8822" y="96"/>
                  </a:cubicBezTo>
                  <a:cubicBezTo>
                    <a:pt x="8639" y="19"/>
                    <a:pt x="8471" y="0"/>
                    <a:pt x="8348" y="0"/>
                  </a:cubicBezTo>
                  <a:close/>
                </a:path>
              </a:pathLst>
            </a:custGeom>
            <a:solidFill>
              <a:srgbClr val="FFFFFF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7" name="Google Shape;597;p33"/>
            <p:cNvGrpSpPr/>
            <p:nvPr/>
          </p:nvGrpSpPr>
          <p:grpSpPr>
            <a:xfrm>
              <a:off x="2009143" y="4310116"/>
              <a:ext cx="871217" cy="990220"/>
              <a:chOff x="1140500" y="2393175"/>
              <a:chExt cx="249525" cy="283625"/>
            </a:xfrm>
          </p:grpSpPr>
          <p:sp>
            <p:nvSpPr>
              <p:cNvPr id="598" name="Google Shape;598;p33"/>
              <p:cNvSpPr/>
              <p:nvPr/>
            </p:nvSpPr>
            <p:spPr>
              <a:xfrm>
                <a:off x="1140500" y="2393175"/>
                <a:ext cx="231750" cy="283625"/>
              </a:xfrm>
              <a:custGeom>
                <a:avLst/>
                <a:gdLst/>
                <a:ahLst/>
                <a:cxnLst/>
                <a:rect l="l" t="t" r="r" b="b"/>
                <a:pathLst>
                  <a:path w="9270" h="11345" extrusionOk="0">
                    <a:moveTo>
                      <a:pt x="8300" y="0"/>
                    </a:moveTo>
                    <a:cubicBezTo>
                      <a:pt x="8163" y="0"/>
                      <a:pt x="8075" y="22"/>
                      <a:pt x="8075" y="22"/>
                    </a:cubicBezTo>
                    <a:cubicBezTo>
                      <a:pt x="8075" y="22"/>
                      <a:pt x="8095" y="542"/>
                      <a:pt x="8018" y="1024"/>
                    </a:cubicBezTo>
                    <a:cubicBezTo>
                      <a:pt x="7883" y="1525"/>
                      <a:pt x="6881" y="2815"/>
                      <a:pt x="6554" y="3412"/>
                    </a:cubicBezTo>
                    <a:cubicBezTo>
                      <a:pt x="6207" y="4029"/>
                      <a:pt x="6111" y="4568"/>
                      <a:pt x="5244" y="5955"/>
                    </a:cubicBezTo>
                    <a:cubicBezTo>
                      <a:pt x="4973" y="6382"/>
                      <a:pt x="4683" y="6531"/>
                      <a:pt x="4389" y="6531"/>
                    </a:cubicBezTo>
                    <a:cubicBezTo>
                      <a:pt x="3741" y="6531"/>
                      <a:pt x="3071" y="5809"/>
                      <a:pt x="2528" y="5743"/>
                    </a:cubicBezTo>
                    <a:cubicBezTo>
                      <a:pt x="2422" y="5730"/>
                      <a:pt x="2299" y="5724"/>
                      <a:pt x="2165" y="5724"/>
                    </a:cubicBezTo>
                    <a:cubicBezTo>
                      <a:pt x="1302" y="5724"/>
                      <a:pt x="0" y="5989"/>
                      <a:pt x="101" y="6456"/>
                    </a:cubicBezTo>
                    <a:cubicBezTo>
                      <a:pt x="235" y="7015"/>
                      <a:pt x="1622" y="6976"/>
                      <a:pt x="2547" y="7149"/>
                    </a:cubicBezTo>
                    <a:cubicBezTo>
                      <a:pt x="3491" y="7304"/>
                      <a:pt x="3106" y="8247"/>
                      <a:pt x="4030" y="8536"/>
                    </a:cubicBezTo>
                    <a:cubicBezTo>
                      <a:pt x="4103" y="8561"/>
                      <a:pt x="4178" y="8573"/>
                      <a:pt x="4253" y="8573"/>
                    </a:cubicBezTo>
                    <a:cubicBezTo>
                      <a:pt x="5109" y="8573"/>
                      <a:pt x="6053" y="7092"/>
                      <a:pt x="6053" y="7092"/>
                    </a:cubicBezTo>
                    <a:cubicBezTo>
                      <a:pt x="6088" y="9580"/>
                      <a:pt x="6511" y="9772"/>
                      <a:pt x="7145" y="9772"/>
                    </a:cubicBezTo>
                    <a:cubicBezTo>
                      <a:pt x="7203" y="9772"/>
                      <a:pt x="7263" y="9771"/>
                      <a:pt x="7324" y="9769"/>
                    </a:cubicBezTo>
                    <a:cubicBezTo>
                      <a:pt x="7359" y="9766"/>
                      <a:pt x="7392" y="9765"/>
                      <a:pt x="7424" y="9765"/>
                    </a:cubicBezTo>
                    <a:cubicBezTo>
                      <a:pt x="8025" y="9765"/>
                      <a:pt x="8096" y="10266"/>
                      <a:pt x="8114" y="10559"/>
                    </a:cubicBezTo>
                    <a:cubicBezTo>
                      <a:pt x="8127" y="10774"/>
                      <a:pt x="8122" y="11344"/>
                      <a:pt x="8313" y="11344"/>
                    </a:cubicBezTo>
                    <a:cubicBezTo>
                      <a:pt x="8396" y="11344"/>
                      <a:pt x="8517" y="11236"/>
                      <a:pt x="8692" y="10944"/>
                    </a:cubicBezTo>
                    <a:cubicBezTo>
                      <a:pt x="9270" y="9981"/>
                      <a:pt x="9251" y="9557"/>
                      <a:pt x="8480" y="8922"/>
                    </a:cubicBezTo>
                    <a:cubicBezTo>
                      <a:pt x="7690" y="8325"/>
                      <a:pt x="7729" y="7843"/>
                      <a:pt x="7806" y="7438"/>
                    </a:cubicBezTo>
                    <a:cubicBezTo>
                      <a:pt x="7883" y="7015"/>
                      <a:pt x="8557" y="3740"/>
                      <a:pt x="8422" y="3220"/>
                    </a:cubicBezTo>
                    <a:cubicBezTo>
                      <a:pt x="8307" y="2680"/>
                      <a:pt x="8268" y="2083"/>
                      <a:pt x="8615" y="1486"/>
                    </a:cubicBezTo>
                    <a:cubicBezTo>
                      <a:pt x="8962" y="889"/>
                      <a:pt x="9096" y="234"/>
                      <a:pt x="8750" y="80"/>
                    </a:cubicBezTo>
                    <a:cubicBezTo>
                      <a:pt x="8579" y="17"/>
                      <a:pt x="8421" y="0"/>
                      <a:pt x="83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3"/>
              <p:cNvSpPr/>
              <p:nvPr/>
            </p:nvSpPr>
            <p:spPr>
              <a:xfrm>
                <a:off x="1170450" y="2504250"/>
                <a:ext cx="98275" cy="53575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2143" extrusionOk="0">
                    <a:moveTo>
                      <a:pt x="2268" y="0"/>
                    </a:moveTo>
                    <a:cubicBezTo>
                      <a:pt x="1858" y="0"/>
                      <a:pt x="1447" y="304"/>
                      <a:pt x="1037" y="304"/>
                    </a:cubicBezTo>
                    <a:cubicBezTo>
                      <a:pt x="1006" y="304"/>
                      <a:pt x="975" y="302"/>
                      <a:pt x="944" y="299"/>
                    </a:cubicBezTo>
                    <a:cubicBezTo>
                      <a:pt x="567" y="238"/>
                      <a:pt x="390" y="59"/>
                      <a:pt x="258" y="59"/>
                    </a:cubicBezTo>
                    <a:cubicBezTo>
                      <a:pt x="221" y="59"/>
                      <a:pt x="188" y="73"/>
                      <a:pt x="155" y="106"/>
                    </a:cubicBezTo>
                    <a:cubicBezTo>
                      <a:pt x="1" y="202"/>
                      <a:pt x="733" y="780"/>
                      <a:pt x="1137" y="780"/>
                    </a:cubicBezTo>
                    <a:cubicBezTo>
                      <a:pt x="1542" y="780"/>
                      <a:pt x="1965" y="915"/>
                      <a:pt x="2370" y="1397"/>
                    </a:cubicBezTo>
                    <a:cubicBezTo>
                      <a:pt x="2601" y="1666"/>
                      <a:pt x="2794" y="1936"/>
                      <a:pt x="2967" y="2129"/>
                    </a:cubicBezTo>
                    <a:cubicBezTo>
                      <a:pt x="3022" y="2138"/>
                      <a:pt x="3075" y="2142"/>
                      <a:pt x="3129" y="2142"/>
                    </a:cubicBezTo>
                    <a:cubicBezTo>
                      <a:pt x="3416" y="2142"/>
                      <a:pt x="3687" y="2004"/>
                      <a:pt x="3930" y="1647"/>
                    </a:cubicBezTo>
                    <a:cubicBezTo>
                      <a:pt x="3699" y="1454"/>
                      <a:pt x="3352" y="1185"/>
                      <a:pt x="3237" y="992"/>
                    </a:cubicBezTo>
                    <a:cubicBezTo>
                      <a:pt x="3044" y="684"/>
                      <a:pt x="2851" y="67"/>
                      <a:pt x="2389" y="10"/>
                    </a:cubicBezTo>
                    <a:cubicBezTo>
                      <a:pt x="2349" y="3"/>
                      <a:pt x="2308" y="0"/>
                      <a:pt x="22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3"/>
              <p:cNvSpPr/>
              <p:nvPr/>
            </p:nvSpPr>
            <p:spPr>
              <a:xfrm>
                <a:off x="1333225" y="2580075"/>
                <a:ext cx="5680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2272" h="1854" extrusionOk="0">
                    <a:moveTo>
                      <a:pt x="78" y="1"/>
                    </a:moveTo>
                    <a:cubicBezTo>
                      <a:pt x="20" y="309"/>
                      <a:pt x="0" y="675"/>
                      <a:pt x="347" y="1118"/>
                    </a:cubicBezTo>
                    <a:cubicBezTo>
                      <a:pt x="521" y="1118"/>
                      <a:pt x="694" y="1080"/>
                      <a:pt x="867" y="1003"/>
                    </a:cubicBezTo>
                    <a:cubicBezTo>
                      <a:pt x="942" y="969"/>
                      <a:pt x="1007" y="953"/>
                      <a:pt x="1065" y="953"/>
                    </a:cubicBezTo>
                    <a:cubicBezTo>
                      <a:pt x="1336" y="953"/>
                      <a:pt x="1469" y="1289"/>
                      <a:pt x="1850" y="1638"/>
                    </a:cubicBezTo>
                    <a:cubicBezTo>
                      <a:pt x="1996" y="1784"/>
                      <a:pt x="2094" y="1853"/>
                      <a:pt x="2153" y="1853"/>
                    </a:cubicBezTo>
                    <a:cubicBezTo>
                      <a:pt x="2272" y="1853"/>
                      <a:pt x="2229" y="1570"/>
                      <a:pt x="2100" y="1080"/>
                    </a:cubicBezTo>
                    <a:cubicBezTo>
                      <a:pt x="1927" y="440"/>
                      <a:pt x="1444" y="204"/>
                      <a:pt x="1068" y="204"/>
                    </a:cubicBezTo>
                    <a:cubicBezTo>
                      <a:pt x="1025" y="204"/>
                      <a:pt x="984" y="207"/>
                      <a:pt x="944" y="213"/>
                    </a:cubicBezTo>
                    <a:cubicBezTo>
                      <a:pt x="907" y="221"/>
                      <a:pt x="867" y="225"/>
                      <a:pt x="825" y="225"/>
                    </a:cubicBezTo>
                    <a:cubicBezTo>
                      <a:pt x="587" y="225"/>
                      <a:pt x="290" y="99"/>
                      <a:pt x="7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3"/>
              <p:cNvSpPr/>
              <p:nvPr/>
            </p:nvSpPr>
            <p:spPr>
              <a:xfrm>
                <a:off x="1324075" y="2471550"/>
                <a:ext cx="21225" cy="91900"/>
              </a:xfrm>
              <a:custGeom>
                <a:avLst/>
                <a:gdLst/>
                <a:ahLst/>
                <a:cxnLst/>
                <a:rect l="l" t="t" r="r" b="b"/>
                <a:pathLst>
                  <a:path w="849" h="3676" extrusionOk="0">
                    <a:moveTo>
                      <a:pt x="737" y="0"/>
                    </a:moveTo>
                    <a:cubicBezTo>
                      <a:pt x="706" y="0"/>
                      <a:pt x="675" y="18"/>
                      <a:pt x="675" y="46"/>
                    </a:cubicBezTo>
                    <a:cubicBezTo>
                      <a:pt x="598" y="509"/>
                      <a:pt x="463" y="1164"/>
                      <a:pt x="347" y="1818"/>
                    </a:cubicBezTo>
                    <a:cubicBezTo>
                      <a:pt x="212" y="2473"/>
                      <a:pt x="97" y="3109"/>
                      <a:pt x="0" y="3571"/>
                    </a:cubicBezTo>
                    <a:cubicBezTo>
                      <a:pt x="0" y="3629"/>
                      <a:pt x="20" y="3648"/>
                      <a:pt x="58" y="3668"/>
                    </a:cubicBezTo>
                    <a:cubicBezTo>
                      <a:pt x="74" y="3673"/>
                      <a:pt x="88" y="3675"/>
                      <a:pt x="100" y="3675"/>
                    </a:cubicBezTo>
                    <a:cubicBezTo>
                      <a:pt x="134" y="3675"/>
                      <a:pt x="155" y="3657"/>
                      <a:pt x="155" y="3629"/>
                    </a:cubicBezTo>
                    <a:cubicBezTo>
                      <a:pt x="212" y="3167"/>
                      <a:pt x="366" y="2512"/>
                      <a:pt x="482" y="1857"/>
                    </a:cubicBezTo>
                    <a:cubicBezTo>
                      <a:pt x="598" y="1221"/>
                      <a:pt x="732" y="566"/>
                      <a:pt x="829" y="104"/>
                    </a:cubicBezTo>
                    <a:cubicBezTo>
                      <a:pt x="848" y="46"/>
                      <a:pt x="829" y="8"/>
                      <a:pt x="771" y="8"/>
                    </a:cubicBezTo>
                    <a:cubicBezTo>
                      <a:pt x="761" y="3"/>
                      <a:pt x="749" y="0"/>
                      <a:pt x="7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2" name="Google Shape;602;p33"/>
          <p:cNvGrpSpPr/>
          <p:nvPr/>
        </p:nvGrpSpPr>
        <p:grpSpPr>
          <a:xfrm rot="2700000" flipH="1">
            <a:off x="4809666" y="3998531"/>
            <a:ext cx="892267" cy="1032667"/>
            <a:chOff x="242204" y="3985450"/>
            <a:chExt cx="892276" cy="1032677"/>
          </a:xfrm>
        </p:grpSpPr>
        <p:sp>
          <p:nvSpPr>
            <p:cNvPr id="603" name="Google Shape;603;p33"/>
            <p:cNvSpPr/>
            <p:nvPr/>
          </p:nvSpPr>
          <p:spPr>
            <a:xfrm>
              <a:off x="242204" y="3985450"/>
              <a:ext cx="878902" cy="1017822"/>
            </a:xfrm>
            <a:custGeom>
              <a:avLst/>
              <a:gdLst/>
              <a:ahLst/>
              <a:cxnLst/>
              <a:rect l="l" t="t" r="r" b="b"/>
              <a:pathLst>
                <a:path w="7186" h="8322" extrusionOk="0">
                  <a:moveTo>
                    <a:pt x="2986" y="2153"/>
                  </a:moveTo>
                  <a:cubicBezTo>
                    <a:pt x="2947" y="2172"/>
                    <a:pt x="2890" y="2172"/>
                    <a:pt x="2851" y="2211"/>
                  </a:cubicBezTo>
                  <a:lnTo>
                    <a:pt x="2851" y="2211"/>
                  </a:lnTo>
                  <a:cubicBezTo>
                    <a:pt x="2890" y="2172"/>
                    <a:pt x="2947" y="2153"/>
                    <a:pt x="2986" y="2153"/>
                  </a:cubicBezTo>
                  <a:close/>
                  <a:moveTo>
                    <a:pt x="2629" y="3517"/>
                  </a:moveTo>
                  <a:lnTo>
                    <a:pt x="2629" y="3517"/>
                  </a:lnTo>
                  <a:cubicBezTo>
                    <a:pt x="2583" y="3542"/>
                    <a:pt x="2541" y="3570"/>
                    <a:pt x="2504" y="3598"/>
                  </a:cubicBezTo>
                  <a:cubicBezTo>
                    <a:pt x="2546" y="3565"/>
                    <a:pt x="2587" y="3539"/>
                    <a:pt x="2629" y="3517"/>
                  </a:cubicBezTo>
                  <a:close/>
                  <a:moveTo>
                    <a:pt x="2158" y="3829"/>
                  </a:moveTo>
                  <a:lnTo>
                    <a:pt x="2158" y="3829"/>
                  </a:lnTo>
                  <a:cubicBezTo>
                    <a:pt x="2177" y="3848"/>
                    <a:pt x="2196" y="3848"/>
                    <a:pt x="2215" y="3868"/>
                  </a:cubicBezTo>
                  <a:cubicBezTo>
                    <a:pt x="2196" y="3868"/>
                    <a:pt x="2177" y="3848"/>
                    <a:pt x="2158" y="3829"/>
                  </a:cubicBezTo>
                  <a:close/>
                  <a:moveTo>
                    <a:pt x="5740" y="6584"/>
                  </a:moveTo>
                  <a:lnTo>
                    <a:pt x="5740" y="6584"/>
                  </a:lnTo>
                  <a:cubicBezTo>
                    <a:pt x="5721" y="6622"/>
                    <a:pt x="5721" y="6641"/>
                    <a:pt x="5683" y="6641"/>
                  </a:cubicBezTo>
                  <a:lnTo>
                    <a:pt x="5740" y="6584"/>
                  </a:lnTo>
                  <a:close/>
                  <a:moveTo>
                    <a:pt x="5567" y="6738"/>
                  </a:moveTo>
                  <a:cubicBezTo>
                    <a:pt x="5567" y="6757"/>
                    <a:pt x="5548" y="6757"/>
                    <a:pt x="5548" y="6757"/>
                  </a:cubicBezTo>
                  <a:lnTo>
                    <a:pt x="5567" y="6738"/>
                  </a:lnTo>
                  <a:close/>
                  <a:moveTo>
                    <a:pt x="5259" y="6950"/>
                  </a:moveTo>
                  <a:cubicBezTo>
                    <a:pt x="5259" y="6950"/>
                    <a:pt x="5240" y="6950"/>
                    <a:pt x="5240" y="6969"/>
                  </a:cubicBezTo>
                  <a:cubicBezTo>
                    <a:pt x="5240" y="6950"/>
                    <a:pt x="5240" y="6950"/>
                    <a:pt x="5259" y="6950"/>
                  </a:cubicBezTo>
                  <a:close/>
                  <a:moveTo>
                    <a:pt x="3316" y="1"/>
                  </a:moveTo>
                  <a:cubicBezTo>
                    <a:pt x="3289" y="1"/>
                    <a:pt x="3265" y="5"/>
                    <a:pt x="3255" y="15"/>
                  </a:cubicBezTo>
                  <a:cubicBezTo>
                    <a:pt x="2851" y="400"/>
                    <a:pt x="2678" y="1652"/>
                    <a:pt x="2620" y="2153"/>
                  </a:cubicBezTo>
                  <a:cubicBezTo>
                    <a:pt x="2584" y="2155"/>
                    <a:pt x="2547" y="2155"/>
                    <a:pt x="2509" y="2155"/>
                  </a:cubicBezTo>
                  <a:cubicBezTo>
                    <a:pt x="2308" y="2155"/>
                    <a:pt x="2091" y="2138"/>
                    <a:pt x="1863" y="2138"/>
                  </a:cubicBezTo>
                  <a:cubicBezTo>
                    <a:pt x="1546" y="2138"/>
                    <a:pt x="1209" y="2171"/>
                    <a:pt x="867" y="2327"/>
                  </a:cubicBezTo>
                  <a:cubicBezTo>
                    <a:pt x="0" y="2770"/>
                    <a:pt x="212" y="4542"/>
                    <a:pt x="212" y="4542"/>
                  </a:cubicBezTo>
                  <a:cubicBezTo>
                    <a:pt x="612" y="3756"/>
                    <a:pt x="1096" y="3564"/>
                    <a:pt x="1485" y="3564"/>
                  </a:cubicBezTo>
                  <a:cubicBezTo>
                    <a:pt x="1621" y="3564"/>
                    <a:pt x="1745" y="3587"/>
                    <a:pt x="1849" y="3617"/>
                  </a:cubicBezTo>
                  <a:cubicBezTo>
                    <a:pt x="1907" y="3810"/>
                    <a:pt x="2003" y="4060"/>
                    <a:pt x="2196" y="4099"/>
                  </a:cubicBezTo>
                  <a:cubicBezTo>
                    <a:pt x="2562" y="4234"/>
                    <a:pt x="2812" y="4523"/>
                    <a:pt x="2774" y="4811"/>
                  </a:cubicBezTo>
                  <a:cubicBezTo>
                    <a:pt x="2716" y="5100"/>
                    <a:pt x="3140" y="5351"/>
                    <a:pt x="3429" y="5447"/>
                  </a:cubicBezTo>
                  <a:cubicBezTo>
                    <a:pt x="3718" y="5543"/>
                    <a:pt x="3737" y="5832"/>
                    <a:pt x="3718" y="6102"/>
                  </a:cubicBezTo>
                  <a:cubicBezTo>
                    <a:pt x="3679" y="6295"/>
                    <a:pt x="4007" y="6661"/>
                    <a:pt x="4142" y="6950"/>
                  </a:cubicBezTo>
                  <a:cubicBezTo>
                    <a:pt x="4026" y="6930"/>
                    <a:pt x="3949" y="6892"/>
                    <a:pt x="3949" y="6892"/>
                  </a:cubicBezTo>
                  <a:cubicBezTo>
                    <a:pt x="3837" y="7440"/>
                    <a:pt x="3458" y="7537"/>
                    <a:pt x="3205" y="7537"/>
                  </a:cubicBezTo>
                  <a:cubicBezTo>
                    <a:pt x="3067" y="7537"/>
                    <a:pt x="2967" y="7508"/>
                    <a:pt x="2967" y="7508"/>
                  </a:cubicBezTo>
                  <a:lnTo>
                    <a:pt x="2967" y="7508"/>
                  </a:lnTo>
                  <a:cubicBezTo>
                    <a:pt x="3063" y="7759"/>
                    <a:pt x="2716" y="8144"/>
                    <a:pt x="2716" y="8144"/>
                  </a:cubicBezTo>
                  <a:cubicBezTo>
                    <a:pt x="3209" y="8270"/>
                    <a:pt x="3568" y="8321"/>
                    <a:pt x="3853" y="8321"/>
                  </a:cubicBezTo>
                  <a:cubicBezTo>
                    <a:pt x="4573" y="8321"/>
                    <a:pt x="4828" y="7996"/>
                    <a:pt x="5586" y="7720"/>
                  </a:cubicBezTo>
                  <a:cubicBezTo>
                    <a:pt x="6646" y="7335"/>
                    <a:pt x="7185" y="6160"/>
                    <a:pt x="7185" y="6160"/>
                  </a:cubicBezTo>
                  <a:lnTo>
                    <a:pt x="7185" y="6160"/>
                  </a:lnTo>
                  <a:cubicBezTo>
                    <a:pt x="7066" y="6339"/>
                    <a:pt x="6863" y="6394"/>
                    <a:pt x="6659" y="6394"/>
                  </a:cubicBezTo>
                  <a:cubicBezTo>
                    <a:pt x="6336" y="6394"/>
                    <a:pt x="6010" y="6256"/>
                    <a:pt x="6010" y="6256"/>
                  </a:cubicBezTo>
                  <a:cubicBezTo>
                    <a:pt x="5952" y="6333"/>
                    <a:pt x="5914" y="6391"/>
                    <a:pt x="5856" y="6449"/>
                  </a:cubicBezTo>
                  <a:cubicBezTo>
                    <a:pt x="5663" y="6333"/>
                    <a:pt x="5451" y="6179"/>
                    <a:pt x="5394" y="6006"/>
                  </a:cubicBezTo>
                  <a:cubicBezTo>
                    <a:pt x="5336" y="5659"/>
                    <a:pt x="5240" y="5120"/>
                    <a:pt x="4797" y="4831"/>
                  </a:cubicBezTo>
                  <a:cubicBezTo>
                    <a:pt x="4373" y="4542"/>
                    <a:pt x="4431" y="4330"/>
                    <a:pt x="4527" y="3983"/>
                  </a:cubicBezTo>
                  <a:cubicBezTo>
                    <a:pt x="4623" y="3733"/>
                    <a:pt x="4585" y="3116"/>
                    <a:pt x="4392" y="2770"/>
                  </a:cubicBezTo>
                  <a:cubicBezTo>
                    <a:pt x="4514" y="2718"/>
                    <a:pt x="4641" y="2698"/>
                    <a:pt x="4764" y="2698"/>
                  </a:cubicBezTo>
                  <a:cubicBezTo>
                    <a:pt x="5141" y="2698"/>
                    <a:pt x="5471" y="2885"/>
                    <a:pt x="5471" y="2885"/>
                  </a:cubicBezTo>
                  <a:cubicBezTo>
                    <a:pt x="5412" y="2397"/>
                    <a:pt x="5840" y="2341"/>
                    <a:pt x="6043" y="2341"/>
                  </a:cubicBezTo>
                  <a:cubicBezTo>
                    <a:pt x="6104" y="2341"/>
                    <a:pt x="6145" y="2346"/>
                    <a:pt x="6145" y="2346"/>
                  </a:cubicBezTo>
                  <a:lnTo>
                    <a:pt x="5374" y="1652"/>
                  </a:lnTo>
                  <a:cubicBezTo>
                    <a:pt x="5137" y="1439"/>
                    <a:pt x="4891" y="1357"/>
                    <a:pt x="4646" y="1357"/>
                  </a:cubicBezTo>
                  <a:cubicBezTo>
                    <a:pt x="4097" y="1357"/>
                    <a:pt x="3559" y="1771"/>
                    <a:pt x="3159" y="2038"/>
                  </a:cubicBezTo>
                  <a:cubicBezTo>
                    <a:pt x="3101" y="2057"/>
                    <a:pt x="3044" y="2076"/>
                    <a:pt x="2986" y="2115"/>
                  </a:cubicBezTo>
                  <a:cubicBezTo>
                    <a:pt x="2986" y="1132"/>
                    <a:pt x="3429" y="574"/>
                    <a:pt x="3641" y="362"/>
                  </a:cubicBezTo>
                  <a:cubicBezTo>
                    <a:pt x="3679" y="304"/>
                    <a:pt x="3679" y="208"/>
                    <a:pt x="3621" y="150"/>
                  </a:cubicBezTo>
                  <a:lnTo>
                    <a:pt x="3390" y="15"/>
                  </a:lnTo>
                  <a:cubicBezTo>
                    <a:pt x="3371" y="5"/>
                    <a:pt x="3342" y="1"/>
                    <a:pt x="3316" y="1"/>
                  </a:cubicBezTo>
                  <a:close/>
                </a:path>
              </a:pathLst>
            </a:custGeom>
            <a:solidFill>
              <a:srgbClr val="FFFFFF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4" name="Google Shape;604;p33"/>
            <p:cNvGrpSpPr/>
            <p:nvPr/>
          </p:nvGrpSpPr>
          <p:grpSpPr>
            <a:xfrm>
              <a:off x="260348" y="3987708"/>
              <a:ext cx="874132" cy="1030420"/>
              <a:chOff x="1910650" y="2122700"/>
              <a:chExt cx="178675" cy="210625"/>
            </a:xfrm>
          </p:grpSpPr>
          <p:sp>
            <p:nvSpPr>
              <p:cNvPr id="605" name="Google Shape;605;p33"/>
              <p:cNvSpPr/>
              <p:nvPr/>
            </p:nvSpPr>
            <p:spPr>
              <a:xfrm>
                <a:off x="1955900" y="2190975"/>
                <a:ext cx="100200" cy="107850"/>
              </a:xfrm>
              <a:custGeom>
                <a:avLst/>
                <a:gdLst/>
                <a:ahLst/>
                <a:cxnLst/>
                <a:rect l="l" t="t" r="r" b="b"/>
                <a:pathLst>
                  <a:path w="4008" h="4314" extrusionOk="0">
                    <a:moveTo>
                      <a:pt x="2544" y="0"/>
                    </a:moveTo>
                    <a:cubicBezTo>
                      <a:pt x="2332" y="97"/>
                      <a:pt x="2100" y="270"/>
                      <a:pt x="1985" y="636"/>
                    </a:cubicBezTo>
                    <a:cubicBezTo>
                      <a:pt x="1985" y="636"/>
                      <a:pt x="1770" y="544"/>
                      <a:pt x="1470" y="544"/>
                    </a:cubicBezTo>
                    <a:cubicBezTo>
                      <a:pt x="1141" y="544"/>
                      <a:pt x="710" y="654"/>
                      <a:pt x="348" y="1118"/>
                    </a:cubicBezTo>
                    <a:cubicBezTo>
                      <a:pt x="348" y="1118"/>
                      <a:pt x="193" y="1021"/>
                      <a:pt x="1" y="944"/>
                    </a:cubicBezTo>
                    <a:lnTo>
                      <a:pt x="1" y="944"/>
                    </a:lnTo>
                    <a:cubicBezTo>
                      <a:pt x="59" y="1137"/>
                      <a:pt x="155" y="1387"/>
                      <a:pt x="348" y="1426"/>
                    </a:cubicBezTo>
                    <a:cubicBezTo>
                      <a:pt x="733" y="1580"/>
                      <a:pt x="1002" y="1869"/>
                      <a:pt x="945" y="2158"/>
                    </a:cubicBezTo>
                    <a:cubicBezTo>
                      <a:pt x="906" y="2447"/>
                      <a:pt x="1311" y="2716"/>
                      <a:pt x="1600" y="2793"/>
                    </a:cubicBezTo>
                    <a:cubicBezTo>
                      <a:pt x="1889" y="2909"/>
                      <a:pt x="1908" y="3179"/>
                      <a:pt x="1889" y="3448"/>
                    </a:cubicBezTo>
                    <a:cubicBezTo>
                      <a:pt x="1869" y="3641"/>
                      <a:pt x="2178" y="4007"/>
                      <a:pt x="2332" y="4296"/>
                    </a:cubicBezTo>
                    <a:cubicBezTo>
                      <a:pt x="2412" y="4305"/>
                      <a:pt x="2516" y="4314"/>
                      <a:pt x="2634" y="4314"/>
                    </a:cubicBezTo>
                    <a:cubicBezTo>
                      <a:pt x="3025" y="4314"/>
                      <a:pt x="3579" y="4216"/>
                      <a:pt x="4008" y="3699"/>
                    </a:cubicBezTo>
                    <a:cubicBezTo>
                      <a:pt x="3815" y="3564"/>
                      <a:pt x="3603" y="3429"/>
                      <a:pt x="3545" y="3256"/>
                    </a:cubicBezTo>
                    <a:cubicBezTo>
                      <a:pt x="3487" y="2890"/>
                      <a:pt x="3391" y="2370"/>
                      <a:pt x="2948" y="2081"/>
                    </a:cubicBezTo>
                    <a:cubicBezTo>
                      <a:pt x="2524" y="1792"/>
                      <a:pt x="2582" y="1580"/>
                      <a:pt x="2678" y="1233"/>
                    </a:cubicBezTo>
                    <a:cubicBezTo>
                      <a:pt x="2775" y="963"/>
                      <a:pt x="2736" y="366"/>
                      <a:pt x="25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3"/>
              <p:cNvSpPr/>
              <p:nvPr/>
            </p:nvSpPr>
            <p:spPr>
              <a:xfrm>
                <a:off x="1978050" y="2278625"/>
                <a:ext cx="111275" cy="54700"/>
              </a:xfrm>
              <a:custGeom>
                <a:avLst/>
                <a:gdLst/>
                <a:ahLst/>
                <a:cxnLst/>
                <a:rect l="l" t="t" r="r" b="b"/>
                <a:pathLst>
                  <a:path w="4451" h="2188" extrusionOk="0">
                    <a:moveTo>
                      <a:pt x="3237" y="0"/>
                    </a:moveTo>
                    <a:cubicBezTo>
                      <a:pt x="2826" y="696"/>
                      <a:pt x="2206" y="838"/>
                      <a:pt x="1769" y="838"/>
                    </a:cubicBezTo>
                    <a:cubicBezTo>
                      <a:pt x="1468" y="838"/>
                      <a:pt x="1253" y="771"/>
                      <a:pt x="1253" y="771"/>
                    </a:cubicBezTo>
                    <a:cubicBezTo>
                      <a:pt x="1146" y="1305"/>
                      <a:pt x="790" y="1408"/>
                      <a:pt x="529" y="1408"/>
                    </a:cubicBezTo>
                    <a:cubicBezTo>
                      <a:pt x="366" y="1408"/>
                      <a:pt x="239" y="1368"/>
                      <a:pt x="232" y="1368"/>
                    </a:cubicBezTo>
                    <a:lnTo>
                      <a:pt x="232" y="1368"/>
                    </a:lnTo>
                    <a:cubicBezTo>
                      <a:pt x="348" y="1638"/>
                      <a:pt x="1" y="2023"/>
                      <a:pt x="1" y="2023"/>
                    </a:cubicBezTo>
                    <a:cubicBezTo>
                      <a:pt x="480" y="2140"/>
                      <a:pt x="831" y="2188"/>
                      <a:pt x="1110" y="2188"/>
                    </a:cubicBezTo>
                    <a:cubicBezTo>
                      <a:pt x="1843" y="2188"/>
                      <a:pt x="2085" y="1859"/>
                      <a:pt x="2852" y="1580"/>
                    </a:cubicBezTo>
                    <a:cubicBezTo>
                      <a:pt x="3911" y="1195"/>
                      <a:pt x="4451" y="20"/>
                      <a:pt x="4451" y="19"/>
                    </a:cubicBezTo>
                    <a:lnTo>
                      <a:pt x="4451" y="19"/>
                    </a:lnTo>
                    <a:cubicBezTo>
                      <a:pt x="4339" y="131"/>
                      <a:pt x="4174" y="169"/>
                      <a:pt x="4001" y="169"/>
                    </a:cubicBezTo>
                    <a:cubicBezTo>
                      <a:pt x="3636" y="169"/>
                      <a:pt x="3237" y="0"/>
                      <a:pt x="32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3"/>
              <p:cNvSpPr/>
              <p:nvPr/>
            </p:nvSpPr>
            <p:spPr>
              <a:xfrm>
                <a:off x="1976125" y="2122700"/>
                <a:ext cx="26525" cy="54250"/>
              </a:xfrm>
              <a:custGeom>
                <a:avLst/>
                <a:gdLst/>
                <a:ahLst/>
                <a:cxnLst/>
                <a:rect l="l" t="t" r="r" b="b"/>
                <a:pathLst>
                  <a:path w="1061" h="2170" extrusionOk="0">
                    <a:moveTo>
                      <a:pt x="680" y="1"/>
                    </a:moveTo>
                    <a:cubicBezTo>
                      <a:pt x="651" y="1"/>
                      <a:pt x="627" y="6"/>
                      <a:pt x="617" y="15"/>
                    </a:cubicBezTo>
                    <a:cubicBezTo>
                      <a:pt x="213" y="400"/>
                      <a:pt x="39" y="1653"/>
                      <a:pt x="1" y="2153"/>
                    </a:cubicBezTo>
                    <a:cubicBezTo>
                      <a:pt x="35" y="2165"/>
                      <a:pt x="69" y="2169"/>
                      <a:pt x="103" y="2169"/>
                    </a:cubicBezTo>
                    <a:cubicBezTo>
                      <a:pt x="186" y="2169"/>
                      <a:pt x="271" y="2142"/>
                      <a:pt x="367" y="2115"/>
                    </a:cubicBezTo>
                    <a:cubicBezTo>
                      <a:pt x="367" y="1132"/>
                      <a:pt x="791" y="574"/>
                      <a:pt x="1003" y="362"/>
                    </a:cubicBezTo>
                    <a:cubicBezTo>
                      <a:pt x="1060" y="304"/>
                      <a:pt x="1060" y="208"/>
                      <a:pt x="983" y="169"/>
                    </a:cubicBezTo>
                    <a:lnTo>
                      <a:pt x="771" y="15"/>
                    </a:lnTo>
                    <a:cubicBezTo>
                      <a:pt x="742" y="6"/>
                      <a:pt x="709" y="1"/>
                      <a:pt x="6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3"/>
              <p:cNvSpPr/>
              <p:nvPr/>
            </p:nvSpPr>
            <p:spPr>
              <a:xfrm>
                <a:off x="1910650" y="2156800"/>
                <a:ext cx="153150" cy="80900"/>
              </a:xfrm>
              <a:custGeom>
                <a:avLst/>
                <a:gdLst/>
                <a:ahLst/>
                <a:cxnLst/>
                <a:rect l="l" t="t" r="r" b="b"/>
                <a:pathLst>
                  <a:path w="6126" h="3236" extrusionOk="0">
                    <a:moveTo>
                      <a:pt x="4645" y="0"/>
                    </a:moveTo>
                    <a:cubicBezTo>
                      <a:pt x="4090" y="0"/>
                      <a:pt x="3544" y="431"/>
                      <a:pt x="3140" y="674"/>
                    </a:cubicBezTo>
                    <a:cubicBezTo>
                      <a:pt x="2947" y="807"/>
                      <a:pt x="2719" y="837"/>
                      <a:pt x="2467" y="837"/>
                    </a:cubicBezTo>
                    <a:cubicBezTo>
                      <a:pt x="2266" y="837"/>
                      <a:pt x="2049" y="818"/>
                      <a:pt x="1822" y="818"/>
                    </a:cubicBezTo>
                    <a:cubicBezTo>
                      <a:pt x="1512" y="818"/>
                      <a:pt x="1183" y="853"/>
                      <a:pt x="848" y="1021"/>
                    </a:cubicBezTo>
                    <a:cubicBezTo>
                      <a:pt x="0" y="1425"/>
                      <a:pt x="212" y="3236"/>
                      <a:pt x="212" y="3236"/>
                    </a:cubicBezTo>
                    <a:cubicBezTo>
                      <a:pt x="600" y="2469"/>
                      <a:pt x="1068" y="2269"/>
                      <a:pt x="1450" y="2269"/>
                    </a:cubicBezTo>
                    <a:cubicBezTo>
                      <a:pt x="1864" y="2269"/>
                      <a:pt x="2177" y="2504"/>
                      <a:pt x="2177" y="2504"/>
                    </a:cubicBezTo>
                    <a:cubicBezTo>
                      <a:pt x="2549" y="2041"/>
                      <a:pt x="2980" y="1930"/>
                      <a:pt x="3306" y="1930"/>
                    </a:cubicBezTo>
                    <a:cubicBezTo>
                      <a:pt x="3604" y="1930"/>
                      <a:pt x="3814" y="2022"/>
                      <a:pt x="3814" y="2022"/>
                    </a:cubicBezTo>
                    <a:cubicBezTo>
                      <a:pt x="4020" y="1475"/>
                      <a:pt x="4390" y="1329"/>
                      <a:pt x="4725" y="1329"/>
                    </a:cubicBezTo>
                    <a:cubicBezTo>
                      <a:pt x="5110" y="1329"/>
                      <a:pt x="5452" y="1521"/>
                      <a:pt x="5452" y="1521"/>
                    </a:cubicBezTo>
                    <a:cubicBezTo>
                      <a:pt x="5397" y="1058"/>
                      <a:pt x="5758" y="990"/>
                      <a:pt x="5973" y="990"/>
                    </a:cubicBezTo>
                    <a:cubicBezTo>
                      <a:pt x="6062" y="990"/>
                      <a:pt x="6126" y="1001"/>
                      <a:pt x="6126" y="1001"/>
                    </a:cubicBezTo>
                    <a:lnTo>
                      <a:pt x="5355" y="289"/>
                    </a:lnTo>
                    <a:cubicBezTo>
                      <a:pt x="5124" y="80"/>
                      <a:pt x="4883" y="0"/>
                      <a:pt x="46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3"/>
              <p:cNvSpPr/>
              <p:nvPr/>
            </p:nvSpPr>
            <p:spPr>
              <a:xfrm>
                <a:off x="2015625" y="2161550"/>
                <a:ext cx="35650" cy="21450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858" extrusionOk="0">
                    <a:moveTo>
                      <a:pt x="145" y="0"/>
                    </a:moveTo>
                    <a:cubicBezTo>
                      <a:pt x="123" y="0"/>
                      <a:pt x="100" y="1"/>
                      <a:pt x="77" y="2"/>
                    </a:cubicBezTo>
                    <a:cubicBezTo>
                      <a:pt x="39" y="2"/>
                      <a:pt x="0" y="60"/>
                      <a:pt x="0" y="99"/>
                    </a:cubicBezTo>
                    <a:cubicBezTo>
                      <a:pt x="0" y="156"/>
                      <a:pt x="58" y="176"/>
                      <a:pt x="97" y="176"/>
                    </a:cubicBezTo>
                    <a:cubicBezTo>
                      <a:pt x="127" y="173"/>
                      <a:pt x="157" y="171"/>
                      <a:pt x="189" y="171"/>
                    </a:cubicBezTo>
                    <a:cubicBezTo>
                      <a:pt x="360" y="171"/>
                      <a:pt x="553" y="219"/>
                      <a:pt x="732" y="349"/>
                    </a:cubicBezTo>
                    <a:cubicBezTo>
                      <a:pt x="944" y="484"/>
                      <a:pt x="1118" y="657"/>
                      <a:pt x="1253" y="831"/>
                    </a:cubicBezTo>
                    <a:cubicBezTo>
                      <a:pt x="1266" y="844"/>
                      <a:pt x="1299" y="858"/>
                      <a:pt x="1324" y="858"/>
                    </a:cubicBezTo>
                    <a:cubicBezTo>
                      <a:pt x="1334" y="858"/>
                      <a:pt x="1343" y="855"/>
                      <a:pt x="1349" y="850"/>
                    </a:cubicBezTo>
                    <a:cubicBezTo>
                      <a:pt x="1426" y="811"/>
                      <a:pt x="1426" y="754"/>
                      <a:pt x="1387" y="734"/>
                    </a:cubicBezTo>
                    <a:cubicBezTo>
                      <a:pt x="1233" y="561"/>
                      <a:pt x="1041" y="368"/>
                      <a:pt x="829" y="233"/>
                    </a:cubicBezTo>
                    <a:cubicBezTo>
                      <a:pt x="668" y="109"/>
                      <a:pt x="425" y="0"/>
                      <a:pt x="14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33"/>
          <p:cNvGrpSpPr/>
          <p:nvPr/>
        </p:nvGrpSpPr>
        <p:grpSpPr>
          <a:xfrm rot="-925981">
            <a:off x="4024047" y="84883"/>
            <a:ext cx="756167" cy="872688"/>
            <a:chOff x="7560277" y="515042"/>
            <a:chExt cx="756200" cy="872726"/>
          </a:xfrm>
        </p:grpSpPr>
        <p:sp>
          <p:nvSpPr>
            <p:cNvPr id="611" name="Google Shape;611;p33"/>
            <p:cNvSpPr/>
            <p:nvPr/>
          </p:nvSpPr>
          <p:spPr>
            <a:xfrm>
              <a:off x="7560277" y="517003"/>
              <a:ext cx="732564" cy="868531"/>
            </a:xfrm>
            <a:custGeom>
              <a:avLst/>
              <a:gdLst/>
              <a:ahLst/>
              <a:cxnLst/>
              <a:rect l="l" t="t" r="r" b="b"/>
              <a:pathLst>
                <a:path w="6285" h="7452" extrusionOk="0">
                  <a:moveTo>
                    <a:pt x="2582" y="1032"/>
                  </a:moveTo>
                  <a:lnTo>
                    <a:pt x="2544" y="1052"/>
                  </a:lnTo>
                  <a:cubicBezTo>
                    <a:pt x="2544" y="1032"/>
                    <a:pt x="2544" y="1032"/>
                    <a:pt x="2582" y="1032"/>
                  </a:cubicBezTo>
                  <a:close/>
                  <a:moveTo>
                    <a:pt x="5877" y="6257"/>
                  </a:moveTo>
                  <a:cubicBezTo>
                    <a:pt x="5866" y="6269"/>
                    <a:pt x="5853" y="6281"/>
                    <a:pt x="5838" y="6291"/>
                  </a:cubicBezTo>
                  <a:lnTo>
                    <a:pt x="5877" y="6257"/>
                  </a:lnTo>
                  <a:close/>
                  <a:moveTo>
                    <a:pt x="3047" y="0"/>
                  </a:moveTo>
                  <a:cubicBezTo>
                    <a:pt x="2764" y="0"/>
                    <a:pt x="2144" y="212"/>
                    <a:pt x="1465" y="589"/>
                  </a:cubicBezTo>
                  <a:cubicBezTo>
                    <a:pt x="598" y="1071"/>
                    <a:pt x="1" y="1591"/>
                    <a:pt x="97" y="1764"/>
                  </a:cubicBezTo>
                  <a:lnTo>
                    <a:pt x="193" y="1957"/>
                  </a:lnTo>
                  <a:cubicBezTo>
                    <a:pt x="208" y="2000"/>
                    <a:pt x="255" y="2022"/>
                    <a:pt x="326" y="2022"/>
                  </a:cubicBezTo>
                  <a:cubicBezTo>
                    <a:pt x="350" y="2022"/>
                    <a:pt x="376" y="2020"/>
                    <a:pt x="405" y="2015"/>
                  </a:cubicBezTo>
                  <a:lnTo>
                    <a:pt x="444" y="2728"/>
                  </a:lnTo>
                  <a:cubicBezTo>
                    <a:pt x="444" y="2805"/>
                    <a:pt x="482" y="2901"/>
                    <a:pt x="521" y="2978"/>
                  </a:cubicBezTo>
                  <a:lnTo>
                    <a:pt x="2640" y="6792"/>
                  </a:lnTo>
                  <a:cubicBezTo>
                    <a:pt x="2833" y="7178"/>
                    <a:pt x="3216" y="7372"/>
                    <a:pt x="3603" y="7389"/>
                  </a:cubicBezTo>
                  <a:lnTo>
                    <a:pt x="3564" y="7389"/>
                  </a:lnTo>
                  <a:cubicBezTo>
                    <a:pt x="3591" y="7431"/>
                    <a:pt x="3657" y="7452"/>
                    <a:pt x="3752" y="7452"/>
                  </a:cubicBezTo>
                  <a:cubicBezTo>
                    <a:pt x="4009" y="7452"/>
                    <a:pt x="4480" y="7304"/>
                    <a:pt x="4971" y="7023"/>
                  </a:cubicBezTo>
                  <a:cubicBezTo>
                    <a:pt x="5626" y="6657"/>
                    <a:pt x="6107" y="6214"/>
                    <a:pt x="6069" y="6041"/>
                  </a:cubicBezTo>
                  <a:lnTo>
                    <a:pt x="6069" y="6041"/>
                  </a:lnTo>
                  <a:cubicBezTo>
                    <a:pt x="6061" y="6045"/>
                    <a:pt x="6054" y="6050"/>
                    <a:pt x="6047" y="6055"/>
                  </a:cubicBezTo>
                  <a:lnTo>
                    <a:pt x="6047" y="6055"/>
                  </a:lnTo>
                  <a:cubicBezTo>
                    <a:pt x="6266" y="5703"/>
                    <a:pt x="6284" y="5279"/>
                    <a:pt x="6088" y="4904"/>
                  </a:cubicBezTo>
                  <a:lnTo>
                    <a:pt x="3969" y="1071"/>
                  </a:lnTo>
                  <a:cubicBezTo>
                    <a:pt x="3911" y="994"/>
                    <a:pt x="3873" y="955"/>
                    <a:pt x="3796" y="898"/>
                  </a:cubicBezTo>
                  <a:lnTo>
                    <a:pt x="3218" y="474"/>
                  </a:lnTo>
                  <a:cubicBezTo>
                    <a:pt x="3295" y="378"/>
                    <a:pt x="3314" y="300"/>
                    <a:pt x="3295" y="262"/>
                  </a:cubicBezTo>
                  <a:lnTo>
                    <a:pt x="3198" y="50"/>
                  </a:lnTo>
                  <a:cubicBezTo>
                    <a:pt x="3178" y="17"/>
                    <a:pt x="3125" y="0"/>
                    <a:pt x="3047" y="0"/>
                  </a:cubicBezTo>
                  <a:close/>
                </a:path>
              </a:pathLst>
            </a:custGeom>
            <a:solidFill>
              <a:srgbClr val="FFFFFF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2" name="Google Shape;612;p33"/>
            <p:cNvGrpSpPr/>
            <p:nvPr/>
          </p:nvGrpSpPr>
          <p:grpSpPr>
            <a:xfrm>
              <a:off x="7568644" y="515042"/>
              <a:ext cx="747833" cy="872726"/>
              <a:chOff x="484675" y="2362675"/>
              <a:chExt cx="160400" cy="187200"/>
            </a:xfrm>
          </p:grpSpPr>
          <p:sp>
            <p:nvSpPr>
              <p:cNvPr id="613" name="Google Shape;613;p33"/>
              <p:cNvSpPr/>
              <p:nvPr/>
            </p:nvSpPr>
            <p:spPr>
              <a:xfrm>
                <a:off x="574725" y="2514600"/>
                <a:ext cx="63600" cy="35275"/>
              </a:xfrm>
              <a:custGeom>
                <a:avLst/>
                <a:gdLst/>
                <a:ahLst/>
                <a:cxnLst/>
                <a:rect l="l" t="t" r="r" b="b"/>
                <a:pathLst>
                  <a:path w="2544" h="1411" extrusionOk="0">
                    <a:moveTo>
                      <a:pt x="2505" y="0"/>
                    </a:moveTo>
                    <a:lnTo>
                      <a:pt x="2505" y="0"/>
                    </a:lnTo>
                    <a:cubicBezTo>
                      <a:pt x="2409" y="135"/>
                      <a:pt x="2255" y="289"/>
                      <a:pt x="2062" y="385"/>
                    </a:cubicBezTo>
                    <a:lnTo>
                      <a:pt x="1349" y="790"/>
                    </a:lnTo>
                    <a:lnTo>
                      <a:pt x="617" y="1194"/>
                    </a:lnTo>
                    <a:cubicBezTo>
                      <a:pt x="425" y="1329"/>
                      <a:pt x="213" y="1349"/>
                      <a:pt x="1" y="1349"/>
                    </a:cubicBezTo>
                    <a:cubicBezTo>
                      <a:pt x="27" y="1390"/>
                      <a:pt x="94" y="1411"/>
                      <a:pt x="192" y="1411"/>
                    </a:cubicBezTo>
                    <a:cubicBezTo>
                      <a:pt x="454" y="1411"/>
                      <a:pt x="935" y="1263"/>
                      <a:pt x="1426" y="983"/>
                    </a:cubicBezTo>
                    <a:cubicBezTo>
                      <a:pt x="2062" y="617"/>
                      <a:pt x="2544" y="193"/>
                      <a:pt x="25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3"/>
              <p:cNvSpPr/>
              <p:nvPr/>
            </p:nvSpPr>
            <p:spPr>
              <a:xfrm>
                <a:off x="484675" y="2362675"/>
                <a:ext cx="82875" cy="45775"/>
              </a:xfrm>
              <a:custGeom>
                <a:avLst/>
                <a:gdLst/>
                <a:ahLst/>
                <a:cxnLst/>
                <a:rect l="l" t="t" r="r" b="b"/>
                <a:pathLst>
                  <a:path w="3315" h="1831" extrusionOk="0">
                    <a:moveTo>
                      <a:pt x="3075" y="0"/>
                    </a:moveTo>
                    <a:cubicBezTo>
                      <a:pt x="2796" y="0"/>
                      <a:pt x="2170" y="221"/>
                      <a:pt x="1484" y="587"/>
                    </a:cubicBezTo>
                    <a:cubicBezTo>
                      <a:pt x="617" y="1049"/>
                      <a:pt x="1" y="1589"/>
                      <a:pt x="97" y="1762"/>
                    </a:cubicBezTo>
                    <a:cubicBezTo>
                      <a:pt x="125" y="1808"/>
                      <a:pt x="189" y="1830"/>
                      <a:pt x="282" y="1830"/>
                    </a:cubicBezTo>
                    <a:cubicBezTo>
                      <a:pt x="578" y="1830"/>
                      <a:pt x="1171" y="1609"/>
                      <a:pt x="1831" y="1242"/>
                    </a:cubicBezTo>
                    <a:cubicBezTo>
                      <a:pt x="2717" y="780"/>
                      <a:pt x="3314" y="221"/>
                      <a:pt x="3218" y="48"/>
                    </a:cubicBezTo>
                    <a:cubicBezTo>
                      <a:pt x="3198" y="16"/>
                      <a:pt x="3148" y="0"/>
                      <a:pt x="307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3"/>
              <p:cNvSpPr/>
              <p:nvPr/>
            </p:nvSpPr>
            <p:spPr>
              <a:xfrm>
                <a:off x="491425" y="2368200"/>
                <a:ext cx="72250" cy="40475"/>
              </a:xfrm>
              <a:custGeom>
                <a:avLst/>
                <a:gdLst/>
                <a:ahLst/>
                <a:cxnLst/>
                <a:rect l="l" t="t" r="r" b="b"/>
                <a:pathLst>
                  <a:path w="2890" h="1619" extrusionOk="0">
                    <a:moveTo>
                      <a:pt x="2890" y="0"/>
                    </a:moveTo>
                    <a:cubicBezTo>
                      <a:pt x="2601" y="0"/>
                      <a:pt x="1985" y="212"/>
                      <a:pt x="1330" y="597"/>
                    </a:cubicBezTo>
                    <a:cubicBezTo>
                      <a:pt x="675" y="963"/>
                      <a:pt x="155" y="1368"/>
                      <a:pt x="0" y="1618"/>
                    </a:cubicBezTo>
                    <a:cubicBezTo>
                      <a:pt x="289" y="1618"/>
                      <a:pt x="925" y="1406"/>
                      <a:pt x="1580" y="1021"/>
                    </a:cubicBezTo>
                    <a:cubicBezTo>
                      <a:pt x="2254" y="655"/>
                      <a:pt x="2755" y="251"/>
                      <a:pt x="289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3"/>
              <p:cNvSpPr/>
              <p:nvPr/>
            </p:nvSpPr>
            <p:spPr>
              <a:xfrm>
                <a:off x="487575" y="2364825"/>
                <a:ext cx="82375" cy="48700"/>
              </a:xfrm>
              <a:custGeom>
                <a:avLst/>
                <a:gdLst/>
                <a:ahLst/>
                <a:cxnLst/>
                <a:rect l="l" t="t" r="r" b="b"/>
                <a:pathLst>
                  <a:path w="3295" h="1948" extrusionOk="0">
                    <a:moveTo>
                      <a:pt x="3102" y="0"/>
                    </a:moveTo>
                    <a:lnTo>
                      <a:pt x="3107" y="11"/>
                    </a:lnTo>
                    <a:lnTo>
                      <a:pt x="3107" y="11"/>
                    </a:lnTo>
                    <a:cubicBezTo>
                      <a:pt x="3106" y="7"/>
                      <a:pt x="3104" y="4"/>
                      <a:pt x="3102" y="0"/>
                    </a:cubicBezTo>
                    <a:close/>
                    <a:moveTo>
                      <a:pt x="3107" y="11"/>
                    </a:moveTo>
                    <a:lnTo>
                      <a:pt x="3107" y="11"/>
                    </a:lnTo>
                    <a:cubicBezTo>
                      <a:pt x="3172" y="178"/>
                      <a:pt x="2582" y="704"/>
                      <a:pt x="1734" y="1175"/>
                    </a:cubicBezTo>
                    <a:cubicBezTo>
                      <a:pt x="1074" y="1542"/>
                      <a:pt x="470" y="1763"/>
                      <a:pt x="177" y="1763"/>
                    </a:cubicBezTo>
                    <a:cubicBezTo>
                      <a:pt x="85" y="1763"/>
                      <a:pt x="23" y="1742"/>
                      <a:pt x="0" y="1695"/>
                    </a:cubicBezTo>
                    <a:lnTo>
                      <a:pt x="0" y="1695"/>
                    </a:lnTo>
                    <a:lnTo>
                      <a:pt x="97" y="1888"/>
                    </a:lnTo>
                    <a:cubicBezTo>
                      <a:pt x="119" y="1929"/>
                      <a:pt x="178" y="1948"/>
                      <a:pt x="267" y="1948"/>
                    </a:cubicBezTo>
                    <a:cubicBezTo>
                      <a:pt x="557" y="1948"/>
                      <a:pt x="1166" y="1737"/>
                      <a:pt x="1830" y="1368"/>
                    </a:cubicBezTo>
                    <a:cubicBezTo>
                      <a:pt x="2697" y="886"/>
                      <a:pt x="3294" y="347"/>
                      <a:pt x="3198" y="193"/>
                    </a:cubicBezTo>
                    <a:lnTo>
                      <a:pt x="3107" y="1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3"/>
              <p:cNvSpPr/>
              <p:nvPr/>
            </p:nvSpPr>
            <p:spPr>
              <a:xfrm>
                <a:off x="495750" y="2374450"/>
                <a:ext cx="149325" cy="172725"/>
              </a:xfrm>
              <a:custGeom>
                <a:avLst/>
                <a:gdLst/>
                <a:ahLst/>
                <a:cxnLst/>
                <a:rect l="l" t="t" r="r" b="b"/>
                <a:pathLst>
                  <a:path w="5973" h="6909" extrusionOk="0">
                    <a:moveTo>
                      <a:pt x="2813" y="1"/>
                    </a:moveTo>
                    <a:cubicBezTo>
                      <a:pt x="2621" y="232"/>
                      <a:pt x="2139" y="617"/>
                      <a:pt x="1523" y="964"/>
                    </a:cubicBezTo>
                    <a:cubicBezTo>
                      <a:pt x="887" y="1291"/>
                      <a:pt x="309" y="1503"/>
                      <a:pt x="1" y="1542"/>
                    </a:cubicBezTo>
                    <a:lnTo>
                      <a:pt x="59" y="2254"/>
                    </a:lnTo>
                    <a:cubicBezTo>
                      <a:pt x="59" y="2331"/>
                      <a:pt x="78" y="2428"/>
                      <a:pt x="116" y="2505"/>
                    </a:cubicBezTo>
                    <a:lnTo>
                      <a:pt x="2235" y="6319"/>
                    </a:lnTo>
                    <a:cubicBezTo>
                      <a:pt x="2457" y="6698"/>
                      <a:pt x="2839" y="6908"/>
                      <a:pt x="3230" y="6908"/>
                    </a:cubicBezTo>
                    <a:cubicBezTo>
                      <a:pt x="3415" y="6908"/>
                      <a:pt x="3603" y="6861"/>
                      <a:pt x="3776" y="6762"/>
                    </a:cubicBezTo>
                    <a:lnTo>
                      <a:pt x="4508" y="6357"/>
                    </a:lnTo>
                    <a:lnTo>
                      <a:pt x="5221" y="5934"/>
                    </a:lnTo>
                    <a:cubicBezTo>
                      <a:pt x="5780" y="5625"/>
                      <a:pt x="5972" y="4951"/>
                      <a:pt x="5664" y="4393"/>
                    </a:cubicBezTo>
                    <a:lnTo>
                      <a:pt x="3545" y="578"/>
                    </a:lnTo>
                    <a:lnTo>
                      <a:pt x="3391" y="424"/>
                    </a:lnTo>
                    <a:lnTo>
                      <a:pt x="281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3"/>
              <p:cNvSpPr/>
              <p:nvPr/>
            </p:nvSpPr>
            <p:spPr>
              <a:xfrm>
                <a:off x="568000" y="2393800"/>
                <a:ext cx="65525" cy="105900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4236" extrusionOk="0">
                    <a:moveTo>
                      <a:pt x="281" y="1"/>
                    </a:moveTo>
                    <a:cubicBezTo>
                      <a:pt x="246" y="1"/>
                      <a:pt x="210" y="11"/>
                      <a:pt x="174" y="36"/>
                    </a:cubicBezTo>
                    <a:cubicBezTo>
                      <a:pt x="39" y="113"/>
                      <a:pt x="0" y="228"/>
                      <a:pt x="77" y="344"/>
                    </a:cubicBezTo>
                    <a:lnTo>
                      <a:pt x="2177" y="4100"/>
                    </a:lnTo>
                    <a:cubicBezTo>
                      <a:pt x="2215" y="4189"/>
                      <a:pt x="2278" y="4236"/>
                      <a:pt x="2355" y="4236"/>
                    </a:cubicBezTo>
                    <a:cubicBezTo>
                      <a:pt x="2395" y="4236"/>
                      <a:pt x="2439" y="4223"/>
                      <a:pt x="2485" y="4196"/>
                    </a:cubicBezTo>
                    <a:cubicBezTo>
                      <a:pt x="2582" y="4139"/>
                      <a:pt x="2620" y="4004"/>
                      <a:pt x="2582" y="3888"/>
                    </a:cubicBezTo>
                    <a:lnTo>
                      <a:pt x="482" y="132"/>
                    </a:lnTo>
                    <a:cubicBezTo>
                      <a:pt x="429" y="53"/>
                      <a:pt x="358" y="1"/>
                      <a:pt x="2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9" name="Google Shape;619;p33"/>
          <p:cNvGrpSpPr/>
          <p:nvPr/>
        </p:nvGrpSpPr>
        <p:grpSpPr>
          <a:xfrm>
            <a:off x="281362" y="958825"/>
            <a:ext cx="1296422" cy="1134394"/>
            <a:chOff x="482874" y="263700"/>
            <a:chExt cx="1296422" cy="1134394"/>
          </a:xfrm>
        </p:grpSpPr>
        <p:sp>
          <p:nvSpPr>
            <p:cNvPr id="620" name="Google Shape;620;p33"/>
            <p:cNvSpPr/>
            <p:nvPr/>
          </p:nvSpPr>
          <p:spPr>
            <a:xfrm>
              <a:off x="482874" y="263700"/>
              <a:ext cx="1285027" cy="1124072"/>
            </a:xfrm>
            <a:custGeom>
              <a:avLst/>
              <a:gdLst/>
              <a:ahLst/>
              <a:cxnLst/>
              <a:rect l="l" t="t" r="r" b="b"/>
              <a:pathLst>
                <a:path w="12387" h="10836" extrusionOk="0">
                  <a:moveTo>
                    <a:pt x="5866" y="0"/>
                  </a:moveTo>
                  <a:cubicBezTo>
                    <a:pt x="5382" y="0"/>
                    <a:pt x="4900" y="389"/>
                    <a:pt x="4199" y="1682"/>
                  </a:cubicBezTo>
                  <a:cubicBezTo>
                    <a:pt x="3448" y="3031"/>
                    <a:pt x="3333" y="3089"/>
                    <a:pt x="1984" y="4129"/>
                  </a:cubicBezTo>
                  <a:cubicBezTo>
                    <a:pt x="636" y="5169"/>
                    <a:pt x="250" y="6151"/>
                    <a:pt x="250" y="6151"/>
                  </a:cubicBezTo>
                  <a:lnTo>
                    <a:pt x="616" y="6498"/>
                  </a:lnTo>
                  <a:cubicBezTo>
                    <a:pt x="578" y="6517"/>
                    <a:pt x="578" y="6556"/>
                    <a:pt x="616" y="6594"/>
                  </a:cubicBezTo>
                  <a:lnTo>
                    <a:pt x="250" y="6980"/>
                  </a:lnTo>
                  <a:lnTo>
                    <a:pt x="443" y="7211"/>
                  </a:lnTo>
                  <a:lnTo>
                    <a:pt x="405" y="7211"/>
                  </a:lnTo>
                  <a:cubicBezTo>
                    <a:pt x="385" y="7230"/>
                    <a:pt x="385" y="7307"/>
                    <a:pt x="405" y="7326"/>
                  </a:cubicBezTo>
                  <a:lnTo>
                    <a:pt x="443" y="7326"/>
                  </a:lnTo>
                  <a:lnTo>
                    <a:pt x="0" y="8039"/>
                  </a:lnTo>
                  <a:lnTo>
                    <a:pt x="347" y="8251"/>
                  </a:lnTo>
                  <a:lnTo>
                    <a:pt x="347" y="8270"/>
                  </a:lnTo>
                  <a:cubicBezTo>
                    <a:pt x="347" y="8328"/>
                    <a:pt x="366" y="8367"/>
                    <a:pt x="385" y="8367"/>
                  </a:cubicBezTo>
                  <a:lnTo>
                    <a:pt x="270" y="8810"/>
                  </a:lnTo>
                  <a:cubicBezTo>
                    <a:pt x="270" y="8810"/>
                    <a:pt x="328" y="8867"/>
                    <a:pt x="2273" y="9330"/>
                  </a:cubicBezTo>
                  <a:cubicBezTo>
                    <a:pt x="4219" y="9792"/>
                    <a:pt x="4392" y="10697"/>
                    <a:pt x="5683" y="10832"/>
                  </a:cubicBezTo>
                  <a:cubicBezTo>
                    <a:pt x="5712" y="10834"/>
                    <a:pt x="5740" y="10835"/>
                    <a:pt x="5769" y="10835"/>
                  </a:cubicBezTo>
                  <a:cubicBezTo>
                    <a:pt x="6029" y="10835"/>
                    <a:pt x="6289" y="10757"/>
                    <a:pt x="6550" y="10601"/>
                  </a:cubicBezTo>
                  <a:lnTo>
                    <a:pt x="6550" y="10601"/>
                  </a:lnTo>
                  <a:cubicBezTo>
                    <a:pt x="6530" y="10736"/>
                    <a:pt x="6550" y="10755"/>
                    <a:pt x="6588" y="10755"/>
                  </a:cubicBezTo>
                  <a:cubicBezTo>
                    <a:pt x="6627" y="10755"/>
                    <a:pt x="6684" y="10736"/>
                    <a:pt x="6684" y="10678"/>
                  </a:cubicBezTo>
                  <a:cubicBezTo>
                    <a:pt x="6684" y="10659"/>
                    <a:pt x="6704" y="10640"/>
                    <a:pt x="6704" y="10582"/>
                  </a:cubicBezTo>
                  <a:cubicBezTo>
                    <a:pt x="7686" y="9965"/>
                    <a:pt x="8668" y="8559"/>
                    <a:pt x="9439" y="7712"/>
                  </a:cubicBezTo>
                  <a:cubicBezTo>
                    <a:pt x="10479" y="6556"/>
                    <a:pt x="12386" y="4919"/>
                    <a:pt x="11751" y="3455"/>
                  </a:cubicBezTo>
                  <a:cubicBezTo>
                    <a:pt x="11115" y="1991"/>
                    <a:pt x="10210" y="2299"/>
                    <a:pt x="8534" y="1933"/>
                  </a:cubicBezTo>
                  <a:cubicBezTo>
                    <a:pt x="6838" y="1586"/>
                    <a:pt x="5972" y="6"/>
                    <a:pt x="5972" y="6"/>
                  </a:cubicBezTo>
                  <a:cubicBezTo>
                    <a:pt x="5936" y="2"/>
                    <a:pt x="5901" y="0"/>
                    <a:pt x="5866" y="0"/>
                  </a:cubicBezTo>
                  <a:close/>
                </a:path>
              </a:pathLst>
            </a:custGeom>
            <a:solidFill>
              <a:srgbClr val="FFFFFF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1" name="Google Shape;621;p33"/>
            <p:cNvGrpSpPr/>
            <p:nvPr/>
          </p:nvGrpSpPr>
          <p:grpSpPr>
            <a:xfrm>
              <a:off x="488252" y="267383"/>
              <a:ext cx="1291044" cy="1130711"/>
              <a:chOff x="612775" y="1543975"/>
              <a:chExt cx="311125" cy="272500"/>
            </a:xfrm>
          </p:grpSpPr>
          <p:sp>
            <p:nvSpPr>
              <p:cNvPr id="622" name="Google Shape;622;p33"/>
              <p:cNvSpPr/>
              <p:nvPr/>
            </p:nvSpPr>
            <p:spPr>
              <a:xfrm>
                <a:off x="612775" y="1543975"/>
                <a:ext cx="311125" cy="272500"/>
              </a:xfrm>
              <a:custGeom>
                <a:avLst/>
                <a:gdLst/>
                <a:ahLst/>
                <a:cxnLst/>
                <a:rect l="l" t="t" r="r" b="b"/>
                <a:pathLst>
                  <a:path w="12445" h="10900" extrusionOk="0">
                    <a:moveTo>
                      <a:pt x="5882" y="0"/>
                    </a:moveTo>
                    <a:cubicBezTo>
                      <a:pt x="5403" y="0"/>
                      <a:pt x="4905" y="413"/>
                      <a:pt x="4181" y="1686"/>
                    </a:cubicBezTo>
                    <a:cubicBezTo>
                      <a:pt x="3430" y="3034"/>
                      <a:pt x="3314" y="3111"/>
                      <a:pt x="1966" y="4152"/>
                    </a:cubicBezTo>
                    <a:cubicBezTo>
                      <a:pt x="617" y="5192"/>
                      <a:pt x="232" y="6174"/>
                      <a:pt x="232" y="6174"/>
                    </a:cubicBezTo>
                    <a:lnTo>
                      <a:pt x="675" y="6559"/>
                    </a:lnTo>
                    <a:lnTo>
                      <a:pt x="232" y="7022"/>
                    </a:lnTo>
                    <a:lnTo>
                      <a:pt x="482" y="7330"/>
                    </a:lnTo>
                    <a:lnTo>
                      <a:pt x="1" y="8100"/>
                    </a:lnTo>
                    <a:lnTo>
                      <a:pt x="405" y="8370"/>
                    </a:lnTo>
                    <a:lnTo>
                      <a:pt x="251" y="8871"/>
                    </a:lnTo>
                    <a:cubicBezTo>
                      <a:pt x="251" y="8871"/>
                      <a:pt x="309" y="8929"/>
                      <a:pt x="2255" y="9391"/>
                    </a:cubicBezTo>
                    <a:cubicBezTo>
                      <a:pt x="4200" y="9853"/>
                      <a:pt x="4373" y="10740"/>
                      <a:pt x="5683" y="10894"/>
                    </a:cubicBezTo>
                    <a:cubicBezTo>
                      <a:pt x="5723" y="10898"/>
                      <a:pt x="5762" y="10900"/>
                      <a:pt x="5802" y="10900"/>
                    </a:cubicBezTo>
                    <a:cubicBezTo>
                      <a:pt x="7080" y="10900"/>
                      <a:pt x="8469" y="8836"/>
                      <a:pt x="9478" y="7715"/>
                    </a:cubicBezTo>
                    <a:cubicBezTo>
                      <a:pt x="10538" y="6559"/>
                      <a:pt x="12445" y="4922"/>
                      <a:pt x="11790" y="3458"/>
                    </a:cubicBezTo>
                    <a:cubicBezTo>
                      <a:pt x="11173" y="1975"/>
                      <a:pt x="10249" y="2302"/>
                      <a:pt x="8573" y="1936"/>
                    </a:cubicBezTo>
                    <a:cubicBezTo>
                      <a:pt x="6878" y="1570"/>
                      <a:pt x="6011" y="10"/>
                      <a:pt x="6011" y="10"/>
                    </a:cubicBezTo>
                    <a:cubicBezTo>
                      <a:pt x="5968" y="4"/>
                      <a:pt x="5925" y="0"/>
                      <a:pt x="58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3"/>
              <p:cNvSpPr/>
              <p:nvPr/>
            </p:nvSpPr>
            <p:spPr>
              <a:xfrm>
                <a:off x="628675" y="1705700"/>
                <a:ext cx="156525" cy="106300"/>
              </a:xfrm>
              <a:custGeom>
                <a:avLst/>
                <a:gdLst/>
                <a:ahLst/>
                <a:cxnLst/>
                <a:rect l="l" t="t" r="r" b="b"/>
                <a:pathLst>
                  <a:path w="6261" h="4252" extrusionOk="0">
                    <a:moveTo>
                      <a:pt x="112" y="1"/>
                    </a:moveTo>
                    <a:cubicBezTo>
                      <a:pt x="93" y="1"/>
                      <a:pt x="74" y="5"/>
                      <a:pt x="58" y="13"/>
                    </a:cubicBezTo>
                    <a:cubicBezTo>
                      <a:pt x="0" y="33"/>
                      <a:pt x="0" y="90"/>
                      <a:pt x="39" y="129"/>
                    </a:cubicBezTo>
                    <a:cubicBezTo>
                      <a:pt x="58" y="187"/>
                      <a:pt x="925" y="1246"/>
                      <a:pt x="2582" y="1477"/>
                    </a:cubicBezTo>
                    <a:cubicBezTo>
                      <a:pt x="3757" y="1651"/>
                      <a:pt x="5201" y="2209"/>
                      <a:pt x="5760" y="3038"/>
                    </a:cubicBezTo>
                    <a:cubicBezTo>
                      <a:pt x="6011" y="3384"/>
                      <a:pt x="6049" y="3770"/>
                      <a:pt x="5953" y="4155"/>
                    </a:cubicBezTo>
                    <a:cubicBezTo>
                      <a:pt x="5933" y="4174"/>
                      <a:pt x="5953" y="4232"/>
                      <a:pt x="6030" y="4251"/>
                    </a:cubicBezTo>
                    <a:cubicBezTo>
                      <a:pt x="6049" y="4251"/>
                      <a:pt x="6107" y="4232"/>
                      <a:pt x="6145" y="4193"/>
                    </a:cubicBezTo>
                    <a:cubicBezTo>
                      <a:pt x="6261" y="3750"/>
                      <a:pt x="6203" y="3327"/>
                      <a:pt x="5933" y="2941"/>
                    </a:cubicBezTo>
                    <a:cubicBezTo>
                      <a:pt x="5298" y="2017"/>
                      <a:pt x="3757" y="1477"/>
                      <a:pt x="2639" y="1304"/>
                    </a:cubicBezTo>
                    <a:cubicBezTo>
                      <a:pt x="1021" y="1092"/>
                      <a:pt x="174" y="33"/>
                      <a:pt x="174" y="33"/>
                    </a:cubicBezTo>
                    <a:cubicBezTo>
                      <a:pt x="163" y="10"/>
                      <a:pt x="138" y="1"/>
                      <a:pt x="11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3"/>
              <p:cNvSpPr/>
              <p:nvPr/>
            </p:nvSpPr>
            <p:spPr>
              <a:xfrm>
                <a:off x="621450" y="1724925"/>
                <a:ext cx="148825" cy="80325"/>
              </a:xfrm>
              <a:custGeom>
                <a:avLst/>
                <a:gdLst/>
                <a:ahLst/>
                <a:cxnLst/>
                <a:rect l="l" t="t" r="r" b="b"/>
                <a:pathLst>
                  <a:path w="5953" h="3213" extrusionOk="0">
                    <a:moveTo>
                      <a:pt x="135" y="0"/>
                    </a:moveTo>
                    <a:cubicBezTo>
                      <a:pt x="111" y="0"/>
                      <a:pt x="87" y="5"/>
                      <a:pt x="78" y="15"/>
                    </a:cubicBezTo>
                    <a:cubicBezTo>
                      <a:pt x="58" y="34"/>
                      <a:pt x="58" y="111"/>
                      <a:pt x="78" y="130"/>
                    </a:cubicBezTo>
                    <a:cubicBezTo>
                      <a:pt x="135" y="188"/>
                      <a:pt x="1137" y="1132"/>
                      <a:pt x="2774" y="1306"/>
                    </a:cubicBezTo>
                    <a:cubicBezTo>
                      <a:pt x="4026" y="1460"/>
                      <a:pt x="5202" y="1941"/>
                      <a:pt x="5625" y="2500"/>
                    </a:cubicBezTo>
                    <a:cubicBezTo>
                      <a:pt x="5722" y="2635"/>
                      <a:pt x="5760" y="2789"/>
                      <a:pt x="5741" y="2904"/>
                    </a:cubicBezTo>
                    <a:cubicBezTo>
                      <a:pt x="5741" y="3001"/>
                      <a:pt x="5722" y="3058"/>
                      <a:pt x="5683" y="3058"/>
                    </a:cubicBezTo>
                    <a:cubicBezTo>
                      <a:pt x="5680" y="3060"/>
                      <a:pt x="5676" y="3060"/>
                      <a:pt x="5671" y="3060"/>
                    </a:cubicBezTo>
                    <a:cubicBezTo>
                      <a:pt x="5597" y="3060"/>
                      <a:pt x="5363" y="2914"/>
                      <a:pt x="5163" y="2750"/>
                    </a:cubicBezTo>
                    <a:cubicBezTo>
                      <a:pt x="4778" y="2500"/>
                      <a:pt x="4219" y="2115"/>
                      <a:pt x="3487" y="1922"/>
                    </a:cubicBezTo>
                    <a:cubicBezTo>
                      <a:pt x="2023" y="1498"/>
                      <a:pt x="116" y="1017"/>
                      <a:pt x="97" y="1017"/>
                    </a:cubicBezTo>
                    <a:cubicBezTo>
                      <a:pt x="58" y="1017"/>
                      <a:pt x="0" y="1055"/>
                      <a:pt x="0" y="1094"/>
                    </a:cubicBezTo>
                    <a:cubicBezTo>
                      <a:pt x="0" y="1151"/>
                      <a:pt x="20" y="1190"/>
                      <a:pt x="78" y="1190"/>
                    </a:cubicBezTo>
                    <a:cubicBezTo>
                      <a:pt x="97" y="1228"/>
                      <a:pt x="2004" y="1710"/>
                      <a:pt x="3468" y="2095"/>
                    </a:cubicBezTo>
                    <a:cubicBezTo>
                      <a:pt x="4181" y="2249"/>
                      <a:pt x="4701" y="2635"/>
                      <a:pt x="5086" y="2904"/>
                    </a:cubicBezTo>
                    <a:cubicBezTo>
                      <a:pt x="5356" y="3097"/>
                      <a:pt x="5548" y="3213"/>
                      <a:pt x="5683" y="3213"/>
                    </a:cubicBezTo>
                    <a:cubicBezTo>
                      <a:pt x="5722" y="3213"/>
                      <a:pt x="5741" y="3213"/>
                      <a:pt x="5760" y="3193"/>
                    </a:cubicBezTo>
                    <a:cubicBezTo>
                      <a:pt x="5856" y="3174"/>
                      <a:pt x="5914" y="3078"/>
                      <a:pt x="5934" y="2924"/>
                    </a:cubicBezTo>
                    <a:cubicBezTo>
                      <a:pt x="5953" y="2750"/>
                      <a:pt x="5895" y="2596"/>
                      <a:pt x="5760" y="2404"/>
                    </a:cubicBezTo>
                    <a:cubicBezTo>
                      <a:pt x="5298" y="1826"/>
                      <a:pt x="4065" y="1286"/>
                      <a:pt x="2794" y="1151"/>
                    </a:cubicBezTo>
                    <a:cubicBezTo>
                      <a:pt x="1214" y="959"/>
                      <a:pt x="193" y="15"/>
                      <a:pt x="193" y="15"/>
                    </a:cubicBezTo>
                    <a:cubicBezTo>
                      <a:pt x="183" y="5"/>
                      <a:pt x="159" y="0"/>
                      <a:pt x="1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3"/>
              <p:cNvSpPr/>
              <p:nvPr/>
            </p:nvSpPr>
            <p:spPr>
              <a:xfrm>
                <a:off x="656600" y="1581300"/>
                <a:ext cx="123325" cy="131000"/>
              </a:xfrm>
              <a:custGeom>
                <a:avLst/>
                <a:gdLst/>
                <a:ahLst/>
                <a:cxnLst/>
                <a:rect l="l" t="t" r="r" b="b"/>
                <a:pathLst>
                  <a:path w="4933" h="5240" extrusionOk="0">
                    <a:moveTo>
                      <a:pt x="4855" y="0"/>
                    </a:moveTo>
                    <a:cubicBezTo>
                      <a:pt x="4816" y="0"/>
                      <a:pt x="4759" y="39"/>
                      <a:pt x="4759" y="77"/>
                    </a:cubicBezTo>
                    <a:cubicBezTo>
                      <a:pt x="4605" y="732"/>
                      <a:pt x="4084" y="1195"/>
                      <a:pt x="3545" y="1676"/>
                    </a:cubicBezTo>
                    <a:cubicBezTo>
                      <a:pt x="3352" y="1830"/>
                      <a:pt x="3121" y="2023"/>
                      <a:pt x="2929" y="2215"/>
                    </a:cubicBezTo>
                    <a:cubicBezTo>
                      <a:pt x="2620" y="2543"/>
                      <a:pt x="2389" y="2890"/>
                      <a:pt x="2120" y="3256"/>
                    </a:cubicBezTo>
                    <a:cubicBezTo>
                      <a:pt x="1966" y="3448"/>
                      <a:pt x="1831" y="3660"/>
                      <a:pt x="1657" y="3853"/>
                    </a:cubicBezTo>
                    <a:cubicBezTo>
                      <a:pt x="1137" y="4508"/>
                      <a:pt x="617" y="4893"/>
                      <a:pt x="78" y="5066"/>
                    </a:cubicBezTo>
                    <a:cubicBezTo>
                      <a:pt x="39" y="5066"/>
                      <a:pt x="1" y="5105"/>
                      <a:pt x="20" y="5163"/>
                    </a:cubicBezTo>
                    <a:cubicBezTo>
                      <a:pt x="20" y="5201"/>
                      <a:pt x="39" y="5240"/>
                      <a:pt x="97" y="5240"/>
                    </a:cubicBezTo>
                    <a:cubicBezTo>
                      <a:pt x="694" y="5066"/>
                      <a:pt x="1253" y="4662"/>
                      <a:pt x="1773" y="3988"/>
                    </a:cubicBezTo>
                    <a:cubicBezTo>
                      <a:pt x="1946" y="3757"/>
                      <a:pt x="2100" y="3564"/>
                      <a:pt x="2235" y="3352"/>
                    </a:cubicBezTo>
                    <a:cubicBezTo>
                      <a:pt x="2505" y="3025"/>
                      <a:pt x="2775" y="2659"/>
                      <a:pt x="3064" y="2350"/>
                    </a:cubicBezTo>
                    <a:cubicBezTo>
                      <a:pt x="3256" y="2158"/>
                      <a:pt x="3468" y="1965"/>
                      <a:pt x="3661" y="1792"/>
                    </a:cubicBezTo>
                    <a:cubicBezTo>
                      <a:pt x="4181" y="1310"/>
                      <a:pt x="4739" y="809"/>
                      <a:pt x="4932" y="97"/>
                    </a:cubicBezTo>
                    <a:cubicBezTo>
                      <a:pt x="4932" y="58"/>
                      <a:pt x="4913" y="0"/>
                      <a:pt x="485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3"/>
              <p:cNvSpPr/>
              <p:nvPr/>
            </p:nvSpPr>
            <p:spPr>
              <a:xfrm>
                <a:off x="689825" y="1640125"/>
                <a:ext cx="61675" cy="80850"/>
              </a:xfrm>
              <a:custGeom>
                <a:avLst/>
                <a:gdLst/>
                <a:ahLst/>
                <a:cxnLst/>
                <a:rect l="l" t="t" r="r" b="b"/>
                <a:pathLst>
                  <a:path w="2467" h="3234" extrusionOk="0">
                    <a:moveTo>
                      <a:pt x="2396" y="1"/>
                    </a:moveTo>
                    <a:cubicBezTo>
                      <a:pt x="2383" y="1"/>
                      <a:pt x="2368" y="5"/>
                      <a:pt x="2351" y="17"/>
                    </a:cubicBezTo>
                    <a:cubicBezTo>
                      <a:pt x="2216" y="55"/>
                      <a:pt x="2120" y="228"/>
                      <a:pt x="2120" y="460"/>
                    </a:cubicBezTo>
                    <a:lnTo>
                      <a:pt x="2120" y="498"/>
                    </a:lnTo>
                    <a:cubicBezTo>
                      <a:pt x="2120" y="614"/>
                      <a:pt x="2120" y="768"/>
                      <a:pt x="2043" y="826"/>
                    </a:cubicBezTo>
                    <a:lnTo>
                      <a:pt x="1889" y="903"/>
                    </a:lnTo>
                    <a:cubicBezTo>
                      <a:pt x="1831" y="922"/>
                      <a:pt x="1773" y="922"/>
                      <a:pt x="1735" y="980"/>
                    </a:cubicBezTo>
                    <a:cubicBezTo>
                      <a:pt x="1561" y="1095"/>
                      <a:pt x="1503" y="1288"/>
                      <a:pt x="1484" y="1461"/>
                    </a:cubicBezTo>
                    <a:cubicBezTo>
                      <a:pt x="1465" y="1615"/>
                      <a:pt x="1446" y="1770"/>
                      <a:pt x="1311" y="1847"/>
                    </a:cubicBezTo>
                    <a:cubicBezTo>
                      <a:pt x="1291" y="1847"/>
                      <a:pt x="1272" y="1866"/>
                      <a:pt x="1253" y="1866"/>
                    </a:cubicBezTo>
                    <a:cubicBezTo>
                      <a:pt x="1214" y="1866"/>
                      <a:pt x="1195" y="1885"/>
                      <a:pt x="1176" y="1885"/>
                    </a:cubicBezTo>
                    <a:cubicBezTo>
                      <a:pt x="1003" y="1962"/>
                      <a:pt x="906" y="2136"/>
                      <a:pt x="810" y="2270"/>
                    </a:cubicBezTo>
                    <a:lnTo>
                      <a:pt x="771" y="2328"/>
                    </a:lnTo>
                    <a:cubicBezTo>
                      <a:pt x="579" y="2617"/>
                      <a:pt x="328" y="2887"/>
                      <a:pt x="39" y="3079"/>
                    </a:cubicBezTo>
                    <a:cubicBezTo>
                      <a:pt x="1" y="3099"/>
                      <a:pt x="1" y="3137"/>
                      <a:pt x="20" y="3195"/>
                    </a:cubicBezTo>
                    <a:cubicBezTo>
                      <a:pt x="39" y="3214"/>
                      <a:pt x="59" y="3234"/>
                      <a:pt x="97" y="3234"/>
                    </a:cubicBezTo>
                    <a:lnTo>
                      <a:pt x="155" y="3234"/>
                    </a:lnTo>
                    <a:cubicBezTo>
                      <a:pt x="463" y="3022"/>
                      <a:pt x="733" y="2752"/>
                      <a:pt x="925" y="2444"/>
                    </a:cubicBezTo>
                    <a:lnTo>
                      <a:pt x="983" y="2367"/>
                    </a:lnTo>
                    <a:cubicBezTo>
                      <a:pt x="1080" y="2232"/>
                      <a:pt x="1157" y="2116"/>
                      <a:pt x="1272" y="2039"/>
                    </a:cubicBezTo>
                    <a:cubicBezTo>
                      <a:pt x="1272" y="2039"/>
                      <a:pt x="1291" y="2020"/>
                      <a:pt x="1311" y="2020"/>
                    </a:cubicBezTo>
                    <a:cubicBezTo>
                      <a:pt x="1349" y="1981"/>
                      <a:pt x="1388" y="1981"/>
                      <a:pt x="1407" y="1962"/>
                    </a:cubicBezTo>
                    <a:cubicBezTo>
                      <a:pt x="1580" y="1866"/>
                      <a:pt x="1600" y="1654"/>
                      <a:pt x="1657" y="1481"/>
                    </a:cubicBezTo>
                    <a:cubicBezTo>
                      <a:pt x="1677" y="1307"/>
                      <a:pt x="1735" y="1172"/>
                      <a:pt x="1831" y="1095"/>
                    </a:cubicBezTo>
                    <a:cubicBezTo>
                      <a:pt x="1850" y="1076"/>
                      <a:pt x="1889" y="1076"/>
                      <a:pt x="1946" y="1038"/>
                    </a:cubicBezTo>
                    <a:cubicBezTo>
                      <a:pt x="2023" y="1018"/>
                      <a:pt x="2081" y="999"/>
                      <a:pt x="2139" y="941"/>
                    </a:cubicBezTo>
                    <a:cubicBezTo>
                      <a:pt x="2274" y="826"/>
                      <a:pt x="2274" y="633"/>
                      <a:pt x="2274" y="498"/>
                    </a:cubicBezTo>
                    <a:lnTo>
                      <a:pt x="2274" y="460"/>
                    </a:lnTo>
                    <a:cubicBezTo>
                      <a:pt x="2274" y="402"/>
                      <a:pt x="2274" y="209"/>
                      <a:pt x="2409" y="151"/>
                    </a:cubicBezTo>
                    <a:cubicBezTo>
                      <a:pt x="2447" y="151"/>
                      <a:pt x="2467" y="113"/>
                      <a:pt x="2447" y="55"/>
                    </a:cubicBezTo>
                    <a:cubicBezTo>
                      <a:pt x="2447" y="28"/>
                      <a:pt x="2428" y="1"/>
                      <a:pt x="23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3"/>
              <p:cNvSpPr/>
              <p:nvPr/>
            </p:nvSpPr>
            <p:spPr>
              <a:xfrm>
                <a:off x="717275" y="1649750"/>
                <a:ext cx="57350" cy="82775"/>
              </a:xfrm>
              <a:custGeom>
                <a:avLst/>
                <a:gdLst/>
                <a:ahLst/>
                <a:cxnLst/>
                <a:rect l="l" t="t" r="r" b="b"/>
                <a:pathLst>
                  <a:path w="2294" h="3311" extrusionOk="0">
                    <a:moveTo>
                      <a:pt x="2187" y="0"/>
                    </a:moveTo>
                    <a:cubicBezTo>
                      <a:pt x="2173" y="0"/>
                      <a:pt x="2157" y="5"/>
                      <a:pt x="2139" y="17"/>
                    </a:cubicBezTo>
                    <a:cubicBezTo>
                      <a:pt x="1927" y="132"/>
                      <a:pt x="1812" y="325"/>
                      <a:pt x="1754" y="556"/>
                    </a:cubicBezTo>
                    <a:cubicBezTo>
                      <a:pt x="1735" y="653"/>
                      <a:pt x="1735" y="730"/>
                      <a:pt x="1735" y="807"/>
                    </a:cubicBezTo>
                    <a:lnTo>
                      <a:pt x="1735" y="980"/>
                    </a:lnTo>
                    <a:cubicBezTo>
                      <a:pt x="1735" y="1096"/>
                      <a:pt x="1657" y="1192"/>
                      <a:pt x="1580" y="1230"/>
                    </a:cubicBezTo>
                    <a:cubicBezTo>
                      <a:pt x="1561" y="1230"/>
                      <a:pt x="1542" y="1269"/>
                      <a:pt x="1523" y="1269"/>
                    </a:cubicBezTo>
                    <a:cubicBezTo>
                      <a:pt x="1465" y="1269"/>
                      <a:pt x="1446" y="1288"/>
                      <a:pt x="1426" y="1288"/>
                    </a:cubicBezTo>
                    <a:cubicBezTo>
                      <a:pt x="1176" y="1385"/>
                      <a:pt x="1080" y="1654"/>
                      <a:pt x="1041" y="1905"/>
                    </a:cubicBezTo>
                    <a:cubicBezTo>
                      <a:pt x="1022" y="2136"/>
                      <a:pt x="945" y="2348"/>
                      <a:pt x="771" y="2425"/>
                    </a:cubicBezTo>
                    <a:cubicBezTo>
                      <a:pt x="733" y="2425"/>
                      <a:pt x="694" y="2444"/>
                      <a:pt x="675" y="2444"/>
                    </a:cubicBezTo>
                    <a:cubicBezTo>
                      <a:pt x="637" y="2463"/>
                      <a:pt x="579" y="2463"/>
                      <a:pt x="540" y="2502"/>
                    </a:cubicBezTo>
                    <a:cubicBezTo>
                      <a:pt x="367" y="2560"/>
                      <a:pt x="290" y="2714"/>
                      <a:pt x="232" y="2849"/>
                    </a:cubicBezTo>
                    <a:cubicBezTo>
                      <a:pt x="174" y="2983"/>
                      <a:pt x="155" y="3099"/>
                      <a:pt x="59" y="3137"/>
                    </a:cubicBezTo>
                    <a:cubicBezTo>
                      <a:pt x="1" y="3176"/>
                      <a:pt x="1" y="3215"/>
                      <a:pt x="20" y="3272"/>
                    </a:cubicBezTo>
                    <a:cubicBezTo>
                      <a:pt x="59" y="3292"/>
                      <a:pt x="78" y="3311"/>
                      <a:pt x="97" y="3311"/>
                    </a:cubicBezTo>
                    <a:lnTo>
                      <a:pt x="193" y="3311"/>
                    </a:lnTo>
                    <a:cubicBezTo>
                      <a:pt x="309" y="3215"/>
                      <a:pt x="386" y="3080"/>
                      <a:pt x="425" y="2945"/>
                    </a:cubicBezTo>
                    <a:cubicBezTo>
                      <a:pt x="482" y="2829"/>
                      <a:pt x="521" y="2714"/>
                      <a:pt x="617" y="2656"/>
                    </a:cubicBezTo>
                    <a:cubicBezTo>
                      <a:pt x="656" y="2656"/>
                      <a:pt x="675" y="2637"/>
                      <a:pt x="714" y="2637"/>
                    </a:cubicBezTo>
                    <a:cubicBezTo>
                      <a:pt x="771" y="2637"/>
                      <a:pt x="791" y="2637"/>
                      <a:pt x="848" y="2617"/>
                    </a:cubicBezTo>
                    <a:cubicBezTo>
                      <a:pt x="1080" y="2521"/>
                      <a:pt x="1176" y="2251"/>
                      <a:pt x="1234" y="1982"/>
                    </a:cubicBezTo>
                    <a:cubicBezTo>
                      <a:pt x="1272" y="1770"/>
                      <a:pt x="1349" y="1558"/>
                      <a:pt x="1523" y="1481"/>
                    </a:cubicBezTo>
                    <a:cubicBezTo>
                      <a:pt x="1542" y="1462"/>
                      <a:pt x="1561" y="1462"/>
                      <a:pt x="1580" y="1462"/>
                    </a:cubicBezTo>
                    <a:cubicBezTo>
                      <a:pt x="1638" y="1423"/>
                      <a:pt x="1657" y="1423"/>
                      <a:pt x="1715" y="1404"/>
                    </a:cubicBezTo>
                    <a:cubicBezTo>
                      <a:pt x="1831" y="1327"/>
                      <a:pt x="1927" y="1192"/>
                      <a:pt x="1946" y="999"/>
                    </a:cubicBezTo>
                    <a:lnTo>
                      <a:pt x="1946" y="807"/>
                    </a:lnTo>
                    <a:lnTo>
                      <a:pt x="1946" y="595"/>
                    </a:lnTo>
                    <a:cubicBezTo>
                      <a:pt x="1966" y="421"/>
                      <a:pt x="2062" y="248"/>
                      <a:pt x="2235" y="152"/>
                    </a:cubicBezTo>
                    <a:cubicBezTo>
                      <a:pt x="2255" y="132"/>
                      <a:pt x="2293" y="75"/>
                      <a:pt x="2255" y="36"/>
                    </a:cubicBezTo>
                    <a:cubicBezTo>
                      <a:pt x="2241" y="23"/>
                      <a:pt x="2219" y="0"/>
                      <a:pt x="21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3"/>
              <p:cNvSpPr/>
              <p:nvPr/>
            </p:nvSpPr>
            <p:spPr>
              <a:xfrm>
                <a:off x="743775" y="1660100"/>
                <a:ext cx="48650" cy="72425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2897" extrusionOk="0">
                    <a:moveTo>
                      <a:pt x="1843" y="0"/>
                    </a:moveTo>
                    <a:cubicBezTo>
                      <a:pt x="1832" y="0"/>
                      <a:pt x="1821" y="3"/>
                      <a:pt x="1811" y="7"/>
                    </a:cubicBezTo>
                    <a:cubicBezTo>
                      <a:pt x="1580" y="84"/>
                      <a:pt x="1426" y="296"/>
                      <a:pt x="1445" y="547"/>
                    </a:cubicBezTo>
                    <a:lnTo>
                      <a:pt x="1445" y="605"/>
                    </a:lnTo>
                    <a:lnTo>
                      <a:pt x="1445" y="701"/>
                    </a:lnTo>
                    <a:cubicBezTo>
                      <a:pt x="1445" y="797"/>
                      <a:pt x="1349" y="874"/>
                      <a:pt x="1252" y="951"/>
                    </a:cubicBezTo>
                    <a:cubicBezTo>
                      <a:pt x="1195" y="971"/>
                      <a:pt x="1156" y="1009"/>
                      <a:pt x="1137" y="1048"/>
                    </a:cubicBezTo>
                    <a:cubicBezTo>
                      <a:pt x="983" y="1182"/>
                      <a:pt x="886" y="1356"/>
                      <a:pt x="829" y="1529"/>
                    </a:cubicBezTo>
                    <a:cubicBezTo>
                      <a:pt x="771" y="1664"/>
                      <a:pt x="694" y="1799"/>
                      <a:pt x="636" y="1895"/>
                    </a:cubicBezTo>
                    <a:cubicBezTo>
                      <a:pt x="578" y="1953"/>
                      <a:pt x="540" y="2011"/>
                      <a:pt x="482" y="2049"/>
                    </a:cubicBezTo>
                    <a:cubicBezTo>
                      <a:pt x="443" y="2088"/>
                      <a:pt x="405" y="2126"/>
                      <a:pt x="366" y="2184"/>
                    </a:cubicBezTo>
                    <a:cubicBezTo>
                      <a:pt x="212" y="2338"/>
                      <a:pt x="97" y="2569"/>
                      <a:pt x="0" y="2781"/>
                    </a:cubicBezTo>
                    <a:cubicBezTo>
                      <a:pt x="0" y="2820"/>
                      <a:pt x="0" y="2878"/>
                      <a:pt x="58" y="2897"/>
                    </a:cubicBezTo>
                    <a:lnTo>
                      <a:pt x="97" y="2897"/>
                    </a:lnTo>
                    <a:cubicBezTo>
                      <a:pt x="116" y="2897"/>
                      <a:pt x="154" y="2897"/>
                      <a:pt x="174" y="2820"/>
                    </a:cubicBezTo>
                    <a:cubicBezTo>
                      <a:pt x="270" y="2608"/>
                      <a:pt x="366" y="2415"/>
                      <a:pt x="501" y="2242"/>
                    </a:cubicBezTo>
                    <a:lnTo>
                      <a:pt x="617" y="2126"/>
                    </a:lnTo>
                    <a:cubicBezTo>
                      <a:pt x="675" y="2088"/>
                      <a:pt x="752" y="2030"/>
                      <a:pt x="790" y="1953"/>
                    </a:cubicBezTo>
                    <a:cubicBezTo>
                      <a:pt x="886" y="1837"/>
                      <a:pt x="944" y="1703"/>
                      <a:pt x="1002" y="1568"/>
                    </a:cubicBezTo>
                    <a:cubicBezTo>
                      <a:pt x="1079" y="1414"/>
                      <a:pt x="1156" y="1259"/>
                      <a:pt x="1272" y="1144"/>
                    </a:cubicBezTo>
                    <a:cubicBezTo>
                      <a:pt x="1310" y="1125"/>
                      <a:pt x="1329" y="1086"/>
                      <a:pt x="1368" y="1067"/>
                    </a:cubicBezTo>
                    <a:cubicBezTo>
                      <a:pt x="1484" y="971"/>
                      <a:pt x="1618" y="874"/>
                      <a:pt x="1638" y="701"/>
                    </a:cubicBezTo>
                    <a:lnTo>
                      <a:pt x="1638" y="585"/>
                    </a:lnTo>
                    <a:lnTo>
                      <a:pt x="1638" y="547"/>
                    </a:lnTo>
                    <a:cubicBezTo>
                      <a:pt x="1618" y="393"/>
                      <a:pt x="1734" y="219"/>
                      <a:pt x="1869" y="181"/>
                    </a:cubicBezTo>
                    <a:cubicBezTo>
                      <a:pt x="1927" y="161"/>
                      <a:pt x="1946" y="104"/>
                      <a:pt x="1927" y="65"/>
                    </a:cubicBezTo>
                    <a:cubicBezTo>
                      <a:pt x="1912" y="22"/>
                      <a:pt x="1876" y="0"/>
                      <a:pt x="18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3"/>
              <p:cNvSpPr/>
              <p:nvPr/>
            </p:nvSpPr>
            <p:spPr>
              <a:xfrm>
                <a:off x="752450" y="1670575"/>
                <a:ext cx="53950" cy="73525"/>
              </a:xfrm>
              <a:custGeom>
                <a:avLst/>
                <a:gdLst/>
                <a:ahLst/>
                <a:cxnLst/>
                <a:rect l="l" t="t" r="r" b="b"/>
                <a:pathLst>
                  <a:path w="2158" h="2941" extrusionOk="0">
                    <a:moveTo>
                      <a:pt x="2070" y="1"/>
                    </a:moveTo>
                    <a:cubicBezTo>
                      <a:pt x="2053" y="1"/>
                      <a:pt x="2037" y="5"/>
                      <a:pt x="2023" y="12"/>
                    </a:cubicBezTo>
                    <a:cubicBezTo>
                      <a:pt x="1849" y="147"/>
                      <a:pt x="1657" y="282"/>
                      <a:pt x="1560" y="494"/>
                    </a:cubicBezTo>
                    <a:cubicBezTo>
                      <a:pt x="1503" y="590"/>
                      <a:pt x="1483" y="686"/>
                      <a:pt x="1464" y="783"/>
                    </a:cubicBezTo>
                    <a:cubicBezTo>
                      <a:pt x="1445" y="840"/>
                      <a:pt x="1445" y="879"/>
                      <a:pt x="1406" y="937"/>
                    </a:cubicBezTo>
                    <a:cubicBezTo>
                      <a:pt x="1348" y="1129"/>
                      <a:pt x="1252" y="1303"/>
                      <a:pt x="1098" y="1438"/>
                    </a:cubicBezTo>
                    <a:lnTo>
                      <a:pt x="1060" y="1495"/>
                    </a:lnTo>
                    <a:cubicBezTo>
                      <a:pt x="1002" y="1515"/>
                      <a:pt x="982" y="1553"/>
                      <a:pt x="925" y="1611"/>
                    </a:cubicBezTo>
                    <a:cubicBezTo>
                      <a:pt x="867" y="1707"/>
                      <a:pt x="828" y="1784"/>
                      <a:pt x="790" y="1881"/>
                    </a:cubicBezTo>
                    <a:cubicBezTo>
                      <a:pt x="771" y="1919"/>
                      <a:pt x="771" y="1958"/>
                      <a:pt x="732" y="1977"/>
                    </a:cubicBezTo>
                    <a:cubicBezTo>
                      <a:pt x="616" y="2189"/>
                      <a:pt x="482" y="2382"/>
                      <a:pt x="308" y="2574"/>
                    </a:cubicBezTo>
                    <a:cubicBezTo>
                      <a:pt x="231" y="2670"/>
                      <a:pt x="154" y="2748"/>
                      <a:pt x="58" y="2767"/>
                    </a:cubicBezTo>
                    <a:cubicBezTo>
                      <a:pt x="39" y="2767"/>
                      <a:pt x="0" y="2825"/>
                      <a:pt x="19" y="2863"/>
                    </a:cubicBezTo>
                    <a:cubicBezTo>
                      <a:pt x="19" y="2921"/>
                      <a:pt x="39" y="2940"/>
                      <a:pt x="96" y="2940"/>
                    </a:cubicBezTo>
                    <a:cubicBezTo>
                      <a:pt x="250" y="2882"/>
                      <a:pt x="385" y="2767"/>
                      <a:pt x="443" y="2651"/>
                    </a:cubicBezTo>
                    <a:cubicBezTo>
                      <a:pt x="616" y="2459"/>
                      <a:pt x="790" y="2247"/>
                      <a:pt x="905" y="1996"/>
                    </a:cubicBezTo>
                    <a:cubicBezTo>
                      <a:pt x="925" y="1977"/>
                      <a:pt x="925" y="1919"/>
                      <a:pt x="963" y="1900"/>
                    </a:cubicBezTo>
                    <a:cubicBezTo>
                      <a:pt x="982" y="1823"/>
                      <a:pt x="1021" y="1765"/>
                      <a:pt x="1079" y="1688"/>
                    </a:cubicBezTo>
                    <a:lnTo>
                      <a:pt x="1175" y="1592"/>
                    </a:lnTo>
                    <a:lnTo>
                      <a:pt x="1214" y="1534"/>
                    </a:lnTo>
                    <a:cubicBezTo>
                      <a:pt x="1368" y="1399"/>
                      <a:pt x="1483" y="1206"/>
                      <a:pt x="1560" y="995"/>
                    </a:cubicBezTo>
                    <a:cubicBezTo>
                      <a:pt x="1580" y="937"/>
                      <a:pt x="1580" y="898"/>
                      <a:pt x="1599" y="840"/>
                    </a:cubicBezTo>
                    <a:cubicBezTo>
                      <a:pt x="1637" y="744"/>
                      <a:pt x="1657" y="648"/>
                      <a:pt x="1695" y="571"/>
                    </a:cubicBezTo>
                    <a:cubicBezTo>
                      <a:pt x="1792" y="397"/>
                      <a:pt x="1965" y="282"/>
                      <a:pt x="2119" y="166"/>
                    </a:cubicBezTo>
                    <a:cubicBezTo>
                      <a:pt x="2158" y="147"/>
                      <a:pt x="2158" y="89"/>
                      <a:pt x="2138" y="51"/>
                    </a:cubicBezTo>
                    <a:cubicBezTo>
                      <a:pt x="2126" y="14"/>
                      <a:pt x="2098" y="1"/>
                      <a:pt x="20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3"/>
              <p:cNvSpPr/>
              <p:nvPr/>
            </p:nvSpPr>
            <p:spPr>
              <a:xfrm>
                <a:off x="821300" y="1611800"/>
                <a:ext cx="35175" cy="64400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2576" extrusionOk="0">
                    <a:moveTo>
                      <a:pt x="1316" y="0"/>
                    </a:moveTo>
                    <a:cubicBezTo>
                      <a:pt x="1297" y="0"/>
                      <a:pt x="1277" y="5"/>
                      <a:pt x="1253" y="13"/>
                    </a:cubicBezTo>
                    <a:cubicBezTo>
                      <a:pt x="1022" y="206"/>
                      <a:pt x="925" y="514"/>
                      <a:pt x="848" y="764"/>
                    </a:cubicBezTo>
                    <a:lnTo>
                      <a:pt x="733" y="1150"/>
                    </a:lnTo>
                    <a:cubicBezTo>
                      <a:pt x="733" y="1188"/>
                      <a:pt x="713" y="1246"/>
                      <a:pt x="675" y="1284"/>
                    </a:cubicBezTo>
                    <a:lnTo>
                      <a:pt x="617" y="1361"/>
                    </a:lnTo>
                    <a:cubicBezTo>
                      <a:pt x="559" y="1381"/>
                      <a:pt x="540" y="1419"/>
                      <a:pt x="521" y="1439"/>
                    </a:cubicBezTo>
                    <a:cubicBezTo>
                      <a:pt x="444" y="1535"/>
                      <a:pt x="425" y="1670"/>
                      <a:pt x="386" y="1766"/>
                    </a:cubicBezTo>
                    <a:cubicBezTo>
                      <a:pt x="367" y="1805"/>
                      <a:pt x="367" y="1824"/>
                      <a:pt x="367" y="1843"/>
                    </a:cubicBezTo>
                    <a:cubicBezTo>
                      <a:pt x="328" y="2055"/>
                      <a:pt x="193" y="2248"/>
                      <a:pt x="39" y="2421"/>
                    </a:cubicBezTo>
                    <a:cubicBezTo>
                      <a:pt x="1" y="2440"/>
                      <a:pt x="1" y="2517"/>
                      <a:pt x="39" y="2537"/>
                    </a:cubicBezTo>
                    <a:cubicBezTo>
                      <a:pt x="59" y="2575"/>
                      <a:pt x="78" y="2575"/>
                      <a:pt x="97" y="2575"/>
                    </a:cubicBezTo>
                    <a:cubicBezTo>
                      <a:pt x="97" y="2575"/>
                      <a:pt x="136" y="2575"/>
                      <a:pt x="155" y="2537"/>
                    </a:cubicBezTo>
                    <a:cubicBezTo>
                      <a:pt x="347" y="2382"/>
                      <a:pt x="482" y="2132"/>
                      <a:pt x="540" y="1862"/>
                    </a:cubicBezTo>
                    <a:cubicBezTo>
                      <a:pt x="559" y="1843"/>
                      <a:pt x="559" y="1824"/>
                      <a:pt x="559" y="1805"/>
                    </a:cubicBezTo>
                    <a:cubicBezTo>
                      <a:pt x="579" y="1708"/>
                      <a:pt x="617" y="1631"/>
                      <a:pt x="656" y="1554"/>
                    </a:cubicBezTo>
                    <a:lnTo>
                      <a:pt x="733" y="1477"/>
                    </a:lnTo>
                    <a:cubicBezTo>
                      <a:pt x="752" y="1458"/>
                      <a:pt x="810" y="1439"/>
                      <a:pt x="829" y="1381"/>
                    </a:cubicBezTo>
                    <a:cubicBezTo>
                      <a:pt x="848" y="1323"/>
                      <a:pt x="868" y="1265"/>
                      <a:pt x="906" y="1188"/>
                    </a:cubicBezTo>
                    <a:lnTo>
                      <a:pt x="1022" y="803"/>
                    </a:lnTo>
                    <a:cubicBezTo>
                      <a:pt x="1099" y="552"/>
                      <a:pt x="1157" y="302"/>
                      <a:pt x="1349" y="167"/>
                    </a:cubicBezTo>
                    <a:cubicBezTo>
                      <a:pt x="1407" y="129"/>
                      <a:pt x="1407" y="90"/>
                      <a:pt x="1388" y="32"/>
                    </a:cubicBezTo>
                    <a:cubicBezTo>
                      <a:pt x="1365" y="10"/>
                      <a:pt x="1343" y="0"/>
                      <a:pt x="13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3"/>
              <p:cNvSpPr/>
              <p:nvPr/>
            </p:nvSpPr>
            <p:spPr>
              <a:xfrm>
                <a:off x="830925" y="1617525"/>
                <a:ext cx="37600" cy="68300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2732" extrusionOk="0">
                    <a:moveTo>
                      <a:pt x="1424" y="1"/>
                    </a:moveTo>
                    <a:cubicBezTo>
                      <a:pt x="1402" y="1"/>
                      <a:pt x="1378" y="6"/>
                      <a:pt x="1349" y="15"/>
                    </a:cubicBezTo>
                    <a:cubicBezTo>
                      <a:pt x="1118" y="227"/>
                      <a:pt x="945" y="478"/>
                      <a:pt x="849" y="766"/>
                    </a:cubicBezTo>
                    <a:cubicBezTo>
                      <a:pt x="829" y="824"/>
                      <a:pt x="829" y="882"/>
                      <a:pt x="810" y="940"/>
                    </a:cubicBezTo>
                    <a:cubicBezTo>
                      <a:pt x="752" y="1055"/>
                      <a:pt x="733" y="1210"/>
                      <a:pt x="656" y="1306"/>
                    </a:cubicBezTo>
                    <a:cubicBezTo>
                      <a:pt x="637" y="1344"/>
                      <a:pt x="579" y="1364"/>
                      <a:pt x="560" y="1421"/>
                    </a:cubicBezTo>
                    <a:cubicBezTo>
                      <a:pt x="540" y="1479"/>
                      <a:pt x="483" y="1498"/>
                      <a:pt x="463" y="1537"/>
                    </a:cubicBezTo>
                    <a:cubicBezTo>
                      <a:pt x="367" y="1672"/>
                      <a:pt x="328" y="1826"/>
                      <a:pt x="271" y="1961"/>
                    </a:cubicBezTo>
                    <a:lnTo>
                      <a:pt x="40" y="2596"/>
                    </a:lnTo>
                    <a:cubicBezTo>
                      <a:pt x="1" y="2654"/>
                      <a:pt x="40" y="2693"/>
                      <a:pt x="78" y="2731"/>
                    </a:cubicBezTo>
                    <a:lnTo>
                      <a:pt x="97" y="2731"/>
                    </a:lnTo>
                    <a:cubicBezTo>
                      <a:pt x="155" y="2731"/>
                      <a:pt x="174" y="2693"/>
                      <a:pt x="174" y="2635"/>
                    </a:cubicBezTo>
                    <a:lnTo>
                      <a:pt x="406" y="1980"/>
                    </a:lnTo>
                    <a:cubicBezTo>
                      <a:pt x="463" y="1845"/>
                      <a:pt x="521" y="1710"/>
                      <a:pt x="579" y="1614"/>
                    </a:cubicBezTo>
                    <a:lnTo>
                      <a:pt x="675" y="1518"/>
                    </a:lnTo>
                    <a:cubicBezTo>
                      <a:pt x="733" y="1460"/>
                      <a:pt x="772" y="1421"/>
                      <a:pt x="810" y="1364"/>
                    </a:cubicBezTo>
                    <a:cubicBezTo>
                      <a:pt x="906" y="1248"/>
                      <a:pt x="926" y="1113"/>
                      <a:pt x="964" y="959"/>
                    </a:cubicBezTo>
                    <a:cubicBezTo>
                      <a:pt x="1003" y="921"/>
                      <a:pt x="1003" y="863"/>
                      <a:pt x="1022" y="824"/>
                    </a:cubicBezTo>
                    <a:cubicBezTo>
                      <a:pt x="1118" y="555"/>
                      <a:pt x="1253" y="304"/>
                      <a:pt x="1484" y="150"/>
                    </a:cubicBezTo>
                    <a:cubicBezTo>
                      <a:pt x="1504" y="112"/>
                      <a:pt x="1504" y="73"/>
                      <a:pt x="1484" y="15"/>
                    </a:cubicBezTo>
                    <a:cubicBezTo>
                      <a:pt x="1465" y="6"/>
                      <a:pt x="1446" y="1"/>
                      <a:pt x="142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3"/>
              <p:cNvSpPr/>
              <p:nvPr/>
            </p:nvSpPr>
            <p:spPr>
              <a:xfrm>
                <a:off x="839125" y="1624275"/>
                <a:ext cx="40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638" h="2847" extrusionOk="0">
                    <a:moveTo>
                      <a:pt x="1542" y="0"/>
                    </a:moveTo>
                    <a:cubicBezTo>
                      <a:pt x="1517" y="0"/>
                      <a:pt x="1493" y="5"/>
                      <a:pt x="1484" y="15"/>
                    </a:cubicBezTo>
                    <a:cubicBezTo>
                      <a:pt x="1195" y="285"/>
                      <a:pt x="1021" y="670"/>
                      <a:pt x="867" y="1036"/>
                    </a:cubicBezTo>
                    <a:lnTo>
                      <a:pt x="829" y="1113"/>
                    </a:lnTo>
                    <a:cubicBezTo>
                      <a:pt x="598" y="1652"/>
                      <a:pt x="309" y="2192"/>
                      <a:pt x="20" y="2712"/>
                    </a:cubicBezTo>
                    <a:cubicBezTo>
                      <a:pt x="0" y="2770"/>
                      <a:pt x="0" y="2808"/>
                      <a:pt x="39" y="2847"/>
                    </a:cubicBezTo>
                    <a:lnTo>
                      <a:pt x="97" y="2847"/>
                    </a:lnTo>
                    <a:cubicBezTo>
                      <a:pt x="116" y="2847"/>
                      <a:pt x="135" y="2808"/>
                      <a:pt x="135" y="2789"/>
                    </a:cubicBezTo>
                    <a:cubicBezTo>
                      <a:pt x="444" y="2269"/>
                      <a:pt x="732" y="1729"/>
                      <a:pt x="983" y="1171"/>
                    </a:cubicBezTo>
                    <a:lnTo>
                      <a:pt x="1002" y="1113"/>
                    </a:lnTo>
                    <a:cubicBezTo>
                      <a:pt x="1176" y="747"/>
                      <a:pt x="1349" y="400"/>
                      <a:pt x="1599" y="150"/>
                    </a:cubicBezTo>
                    <a:cubicBezTo>
                      <a:pt x="1638" y="111"/>
                      <a:pt x="1638" y="53"/>
                      <a:pt x="1599" y="15"/>
                    </a:cubicBezTo>
                    <a:cubicBezTo>
                      <a:pt x="1590" y="5"/>
                      <a:pt x="1566" y="0"/>
                      <a:pt x="15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3"/>
              <p:cNvSpPr/>
              <p:nvPr/>
            </p:nvSpPr>
            <p:spPr>
              <a:xfrm>
                <a:off x="849225" y="1637800"/>
                <a:ext cx="41450" cy="6727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2691" extrusionOk="0">
                    <a:moveTo>
                      <a:pt x="1567" y="1"/>
                    </a:moveTo>
                    <a:cubicBezTo>
                      <a:pt x="1548" y="1"/>
                      <a:pt x="1527" y="5"/>
                      <a:pt x="1504" y="13"/>
                    </a:cubicBezTo>
                    <a:cubicBezTo>
                      <a:pt x="1176" y="206"/>
                      <a:pt x="964" y="572"/>
                      <a:pt x="887" y="957"/>
                    </a:cubicBezTo>
                    <a:cubicBezTo>
                      <a:pt x="868" y="1015"/>
                      <a:pt x="868" y="1073"/>
                      <a:pt x="868" y="1150"/>
                    </a:cubicBezTo>
                    <a:cubicBezTo>
                      <a:pt x="868" y="1208"/>
                      <a:pt x="849" y="1265"/>
                      <a:pt x="849" y="1342"/>
                    </a:cubicBezTo>
                    <a:cubicBezTo>
                      <a:pt x="791" y="1593"/>
                      <a:pt x="656" y="1843"/>
                      <a:pt x="463" y="2017"/>
                    </a:cubicBezTo>
                    <a:cubicBezTo>
                      <a:pt x="425" y="2055"/>
                      <a:pt x="406" y="2074"/>
                      <a:pt x="367" y="2113"/>
                    </a:cubicBezTo>
                    <a:cubicBezTo>
                      <a:pt x="194" y="2229"/>
                      <a:pt x="20" y="2363"/>
                      <a:pt x="1" y="2595"/>
                    </a:cubicBezTo>
                    <a:cubicBezTo>
                      <a:pt x="1" y="2633"/>
                      <a:pt x="40" y="2691"/>
                      <a:pt x="97" y="2691"/>
                    </a:cubicBezTo>
                    <a:cubicBezTo>
                      <a:pt x="136" y="2691"/>
                      <a:pt x="194" y="2633"/>
                      <a:pt x="174" y="2595"/>
                    </a:cubicBezTo>
                    <a:cubicBezTo>
                      <a:pt x="174" y="2440"/>
                      <a:pt x="309" y="2344"/>
                      <a:pt x="463" y="2229"/>
                    </a:cubicBezTo>
                    <a:cubicBezTo>
                      <a:pt x="502" y="2209"/>
                      <a:pt x="521" y="2151"/>
                      <a:pt x="579" y="2132"/>
                    </a:cubicBezTo>
                    <a:cubicBezTo>
                      <a:pt x="810" y="1940"/>
                      <a:pt x="964" y="1651"/>
                      <a:pt x="1003" y="1362"/>
                    </a:cubicBezTo>
                    <a:cubicBezTo>
                      <a:pt x="1041" y="1304"/>
                      <a:pt x="1041" y="1246"/>
                      <a:pt x="1041" y="1169"/>
                    </a:cubicBezTo>
                    <a:cubicBezTo>
                      <a:pt x="1041" y="1092"/>
                      <a:pt x="1060" y="1015"/>
                      <a:pt x="1060" y="976"/>
                    </a:cubicBezTo>
                    <a:cubicBezTo>
                      <a:pt x="1099" y="630"/>
                      <a:pt x="1311" y="321"/>
                      <a:pt x="1600" y="148"/>
                    </a:cubicBezTo>
                    <a:cubicBezTo>
                      <a:pt x="1658" y="129"/>
                      <a:pt x="1658" y="90"/>
                      <a:pt x="1638" y="33"/>
                    </a:cubicBezTo>
                    <a:cubicBezTo>
                      <a:pt x="1616" y="10"/>
                      <a:pt x="1593" y="1"/>
                      <a:pt x="15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3"/>
              <p:cNvSpPr/>
              <p:nvPr/>
            </p:nvSpPr>
            <p:spPr>
              <a:xfrm>
                <a:off x="771700" y="1592375"/>
                <a:ext cx="66475" cy="62150"/>
              </a:xfrm>
              <a:custGeom>
                <a:avLst/>
                <a:gdLst/>
                <a:ahLst/>
                <a:cxnLst/>
                <a:rect l="l" t="t" r="r" b="b"/>
                <a:pathLst>
                  <a:path w="2659" h="2486" extrusionOk="0">
                    <a:moveTo>
                      <a:pt x="964" y="0"/>
                    </a:moveTo>
                    <a:lnTo>
                      <a:pt x="1" y="1522"/>
                    </a:lnTo>
                    <a:lnTo>
                      <a:pt x="1869" y="2485"/>
                    </a:lnTo>
                    <a:lnTo>
                      <a:pt x="2659" y="983"/>
                    </a:lnTo>
                    <a:lnTo>
                      <a:pt x="96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3"/>
              <p:cNvSpPr/>
              <p:nvPr/>
            </p:nvSpPr>
            <p:spPr>
              <a:xfrm>
                <a:off x="771700" y="1696875"/>
                <a:ext cx="66475" cy="68875"/>
              </a:xfrm>
              <a:custGeom>
                <a:avLst/>
                <a:gdLst/>
                <a:ahLst/>
                <a:cxnLst/>
                <a:rect l="l" t="t" r="r" b="b"/>
                <a:pathLst>
                  <a:path w="2659" h="2755" extrusionOk="0">
                    <a:moveTo>
                      <a:pt x="1349" y="0"/>
                    </a:moveTo>
                    <a:lnTo>
                      <a:pt x="1" y="1984"/>
                    </a:lnTo>
                    <a:lnTo>
                      <a:pt x="1349" y="2755"/>
                    </a:lnTo>
                    <a:lnTo>
                      <a:pt x="2659" y="867"/>
                    </a:lnTo>
                    <a:lnTo>
                      <a:pt x="134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33"/>
          <p:cNvGrpSpPr/>
          <p:nvPr/>
        </p:nvGrpSpPr>
        <p:grpSpPr>
          <a:xfrm>
            <a:off x="6935283" y="2883843"/>
            <a:ext cx="2139992" cy="2099752"/>
            <a:chOff x="6824608" y="2918418"/>
            <a:chExt cx="2139992" cy="2099752"/>
          </a:xfrm>
        </p:grpSpPr>
        <p:sp>
          <p:nvSpPr>
            <p:cNvPr id="637" name="Google Shape;637;p33"/>
            <p:cNvSpPr/>
            <p:nvPr/>
          </p:nvSpPr>
          <p:spPr>
            <a:xfrm rot="-1151471">
              <a:off x="7045903" y="3153297"/>
              <a:ext cx="1691057" cy="1632286"/>
            </a:xfrm>
            <a:custGeom>
              <a:avLst/>
              <a:gdLst/>
              <a:ahLst/>
              <a:cxnLst/>
              <a:rect l="l" t="t" r="r" b="b"/>
              <a:pathLst>
                <a:path w="22731" h="21941" extrusionOk="0">
                  <a:moveTo>
                    <a:pt x="1464" y="0"/>
                  </a:moveTo>
                  <a:cubicBezTo>
                    <a:pt x="655" y="0"/>
                    <a:pt x="0" y="655"/>
                    <a:pt x="0" y="1483"/>
                  </a:cubicBezTo>
                  <a:lnTo>
                    <a:pt x="0" y="2446"/>
                  </a:lnTo>
                  <a:cubicBezTo>
                    <a:pt x="0" y="3256"/>
                    <a:pt x="655" y="3910"/>
                    <a:pt x="1464" y="3910"/>
                  </a:cubicBezTo>
                  <a:lnTo>
                    <a:pt x="1657" y="3910"/>
                  </a:lnTo>
                  <a:lnTo>
                    <a:pt x="1811" y="5066"/>
                  </a:lnTo>
                  <a:lnTo>
                    <a:pt x="3237" y="17221"/>
                  </a:lnTo>
                  <a:cubicBezTo>
                    <a:pt x="2620" y="17703"/>
                    <a:pt x="2216" y="18454"/>
                    <a:pt x="2216" y="19282"/>
                  </a:cubicBezTo>
                  <a:cubicBezTo>
                    <a:pt x="2216" y="20766"/>
                    <a:pt x="3391" y="21941"/>
                    <a:pt x="4874" y="21941"/>
                  </a:cubicBezTo>
                  <a:cubicBezTo>
                    <a:pt x="6338" y="21941"/>
                    <a:pt x="7513" y="20766"/>
                    <a:pt x="7513" y="19282"/>
                  </a:cubicBezTo>
                  <a:lnTo>
                    <a:pt x="15122" y="19282"/>
                  </a:lnTo>
                  <a:cubicBezTo>
                    <a:pt x="15122" y="20766"/>
                    <a:pt x="16297" y="21941"/>
                    <a:pt x="17780" y="21941"/>
                  </a:cubicBezTo>
                  <a:cubicBezTo>
                    <a:pt x="19244" y="21941"/>
                    <a:pt x="20419" y="20766"/>
                    <a:pt x="20419" y="19282"/>
                  </a:cubicBezTo>
                  <a:cubicBezTo>
                    <a:pt x="20419" y="18493"/>
                    <a:pt x="20053" y="17780"/>
                    <a:pt x="19514" y="17298"/>
                  </a:cubicBezTo>
                  <a:lnTo>
                    <a:pt x="20939" y="5066"/>
                  </a:lnTo>
                  <a:lnTo>
                    <a:pt x="21074" y="3910"/>
                  </a:lnTo>
                  <a:lnTo>
                    <a:pt x="21267" y="3910"/>
                  </a:lnTo>
                  <a:cubicBezTo>
                    <a:pt x="22076" y="3910"/>
                    <a:pt x="22731" y="3256"/>
                    <a:pt x="22731" y="2427"/>
                  </a:cubicBezTo>
                  <a:lnTo>
                    <a:pt x="22731" y="1464"/>
                  </a:lnTo>
                  <a:cubicBezTo>
                    <a:pt x="22712" y="655"/>
                    <a:pt x="22057" y="0"/>
                    <a:pt x="21248" y="0"/>
                  </a:cubicBezTo>
                  <a:close/>
                </a:path>
              </a:pathLst>
            </a:custGeom>
            <a:solidFill>
              <a:srgbClr val="FFFFFF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8" name="Google Shape;638;p33"/>
            <p:cNvGrpSpPr/>
            <p:nvPr/>
          </p:nvGrpSpPr>
          <p:grpSpPr>
            <a:xfrm rot="-1151471">
              <a:off x="7053427" y="3150765"/>
              <a:ext cx="1689718" cy="1633030"/>
              <a:chOff x="2636850" y="1831725"/>
              <a:chExt cx="567825" cy="548775"/>
            </a:xfrm>
          </p:grpSpPr>
          <p:sp>
            <p:nvSpPr>
              <p:cNvPr id="639" name="Google Shape;639;p33"/>
              <p:cNvSpPr/>
              <p:nvPr/>
            </p:nvSpPr>
            <p:spPr>
              <a:xfrm>
                <a:off x="2636850" y="1831725"/>
                <a:ext cx="567825" cy="97775"/>
              </a:xfrm>
              <a:custGeom>
                <a:avLst/>
                <a:gdLst/>
                <a:ahLst/>
                <a:cxnLst/>
                <a:rect l="l" t="t" r="r" b="b"/>
                <a:pathLst>
                  <a:path w="22713" h="3911" extrusionOk="0">
                    <a:moveTo>
                      <a:pt x="1484" y="0"/>
                    </a:moveTo>
                    <a:cubicBezTo>
                      <a:pt x="656" y="0"/>
                      <a:pt x="1" y="655"/>
                      <a:pt x="1" y="1483"/>
                    </a:cubicBezTo>
                    <a:lnTo>
                      <a:pt x="1" y="2446"/>
                    </a:lnTo>
                    <a:cubicBezTo>
                      <a:pt x="1" y="3256"/>
                      <a:pt x="656" y="3910"/>
                      <a:pt x="1484" y="3910"/>
                    </a:cubicBezTo>
                    <a:lnTo>
                      <a:pt x="21248" y="3910"/>
                    </a:lnTo>
                    <a:cubicBezTo>
                      <a:pt x="22057" y="3910"/>
                      <a:pt x="22712" y="3236"/>
                      <a:pt x="22712" y="2446"/>
                    </a:cubicBezTo>
                    <a:lnTo>
                      <a:pt x="22712" y="1483"/>
                    </a:lnTo>
                    <a:cubicBezTo>
                      <a:pt x="22712" y="655"/>
                      <a:pt x="22057" y="0"/>
                      <a:pt x="212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3"/>
              <p:cNvSpPr/>
              <p:nvPr/>
            </p:nvSpPr>
            <p:spPr>
              <a:xfrm>
                <a:off x="2679250" y="1929475"/>
                <a:ext cx="483050" cy="384800"/>
              </a:xfrm>
              <a:custGeom>
                <a:avLst/>
                <a:gdLst/>
                <a:ahLst/>
                <a:cxnLst/>
                <a:rect l="l" t="t" r="r" b="b"/>
                <a:pathLst>
                  <a:path w="19322" h="15392" extrusionOk="0">
                    <a:moveTo>
                      <a:pt x="0" y="0"/>
                    </a:moveTo>
                    <a:lnTo>
                      <a:pt x="1637" y="14005"/>
                    </a:lnTo>
                    <a:cubicBezTo>
                      <a:pt x="1734" y="14814"/>
                      <a:pt x="2408" y="15392"/>
                      <a:pt x="3178" y="15392"/>
                    </a:cubicBezTo>
                    <a:lnTo>
                      <a:pt x="16123" y="15392"/>
                    </a:lnTo>
                    <a:cubicBezTo>
                      <a:pt x="16913" y="15392"/>
                      <a:pt x="17607" y="14775"/>
                      <a:pt x="17684" y="14005"/>
                    </a:cubicBezTo>
                    <a:lnTo>
                      <a:pt x="1932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3"/>
              <p:cNvSpPr/>
              <p:nvPr/>
            </p:nvSpPr>
            <p:spPr>
              <a:xfrm>
                <a:off x="2679250" y="1929475"/>
                <a:ext cx="484000" cy="28925"/>
              </a:xfrm>
              <a:custGeom>
                <a:avLst/>
                <a:gdLst/>
                <a:ahLst/>
                <a:cxnLst/>
                <a:rect l="l" t="t" r="r" b="b"/>
                <a:pathLst>
                  <a:path w="19360" h="1157" extrusionOk="0">
                    <a:moveTo>
                      <a:pt x="0" y="0"/>
                    </a:moveTo>
                    <a:lnTo>
                      <a:pt x="135" y="1156"/>
                    </a:lnTo>
                    <a:lnTo>
                      <a:pt x="19205" y="1156"/>
                    </a:lnTo>
                    <a:lnTo>
                      <a:pt x="193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3"/>
              <p:cNvSpPr/>
              <p:nvPr/>
            </p:nvSpPr>
            <p:spPr>
              <a:xfrm>
                <a:off x="2687900" y="2247425"/>
                <a:ext cx="142575" cy="132250"/>
              </a:xfrm>
              <a:custGeom>
                <a:avLst/>
                <a:gdLst/>
                <a:ahLst/>
                <a:cxnLst/>
                <a:rect l="l" t="t" r="r" b="b"/>
                <a:pathLst>
                  <a:path w="5703" h="5290" extrusionOk="0">
                    <a:moveTo>
                      <a:pt x="2853" y="1"/>
                    </a:moveTo>
                    <a:cubicBezTo>
                      <a:pt x="1573" y="1"/>
                      <a:pt x="440" y="926"/>
                      <a:pt x="232" y="2211"/>
                    </a:cubicBezTo>
                    <a:cubicBezTo>
                      <a:pt x="1" y="3656"/>
                      <a:pt x="983" y="5024"/>
                      <a:pt x="2428" y="5255"/>
                    </a:cubicBezTo>
                    <a:cubicBezTo>
                      <a:pt x="2572" y="5278"/>
                      <a:pt x="2715" y="5289"/>
                      <a:pt x="2856" y="5289"/>
                    </a:cubicBezTo>
                    <a:cubicBezTo>
                      <a:pt x="4131" y="5289"/>
                      <a:pt x="5244" y="4379"/>
                      <a:pt x="5452" y="3078"/>
                    </a:cubicBezTo>
                    <a:cubicBezTo>
                      <a:pt x="5703" y="1633"/>
                      <a:pt x="4720" y="266"/>
                      <a:pt x="3276" y="35"/>
                    </a:cubicBezTo>
                    <a:cubicBezTo>
                      <a:pt x="3134" y="12"/>
                      <a:pt x="2992" y="1"/>
                      <a:pt x="28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3"/>
              <p:cNvSpPr/>
              <p:nvPr/>
            </p:nvSpPr>
            <p:spPr>
              <a:xfrm>
                <a:off x="2718250" y="2272850"/>
                <a:ext cx="81900" cy="82375"/>
              </a:xfrm>
              <a:custGeom>
                <a:avLst/>
                <a:gdLst/>
                <a:ahLst/>
                <a:cxnLst/>
                <a:rect l="l" t="t" r="r" b="b"/>
                <a:pathLst>
                  <a:path w="3276" h="3295" extrusionOk="0">
                    <a:moveTo>
                      <a:pt x="1638" y="0"/>
                    </a:moveTo>
                    <a:cubicBezTo>
                      <a:pt x="732" y="0"/>
                      <a:pt x="0" y="751"/>
                      <a:pt x="0" y="1657"/>
                    </a:cubicBezTo>
                    <a:cubicBezTo>
                      <a:pt x="0" y="2543"/>
                      <a:pt x="732" y="3294"/>
                      <a:pt x="1638" y="3294"/>
                    </a:cubicBezTo>
                    <a:cubicBezTo>
                      <a:pt x="2562" y="3294"/>
                      <a:pt x="3275" y="2543"/>
                      <a:pt x="3275" y="1657"/>
                    </a:cubicBezTo>
                    <a:cubicBezTo>
                      <a:pt x="3275" y="732"/>
                      <a:pt x="2562" y="0"/>
                      <a:pt x="16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3"/>
              <p:cNvSpPr/>
              <p:nvPr/>
            </p:nvSpPr>
            <p:spPr>
              <a:xfrm>
                <a:off x="3008150" y="2248050"/>
                <a:ext cx="145475" cy="132450"/>
              </a:xfrm>
              <a:custGeom>
                <a:avLst/>
                <a:gdLst/>
                <a:ahLst/>
                <a:cxnLst/>
                <a:rect l="l" t="t" r="r" b="b"/>
                <a:pathLst>
                  <a:path w="5819" h="5298" extrusionOk="0">
                    <a:moveTo>
                      <a:pt x="2902" y="0"/>
                    </a:moveTo>
                    <a:cubicBezTo>
                      <a:pt x="2226" y="0"/>
                      <a:pt x="1551" y="260"/>
                      <a:pt x="1041" y="780"/>
                    </a:cubicBezTo>
                    <a:cubicBezTo>
                      <a:pt x="1" y="1801"/>
                      <a:pt x="1" y="3477"/>
                      <a:pt x="1041" y="4517"/>
                    </a:cubicBezTo>
                    <a:cubicBezTo>
                      <a:pt x="1551" y="5037"/>
                      <a:pt x="2226" y="5297"/>
                      <a:pt x="2902" y="5297"/>
                    </a:cubicBezTo>
                    <a:cubicBezTo>
                      <a:pt x="3579" y="5297"/>
                      <a:pt x="4258" y="5037"/>
                      <a:pt x="4778" y="4517"/>
                    </a:cubicBezTo>
                    <a:cubicBezTo>
                      <a:pt x="5818" y="3477"/>
                      <a:pt x="5818" y="1801"/>
                      <a:pt x="4778" y="780"/>
                    </a:cubicBezTo>
                    <a:cubicBezTo>
                      <a:pt x="4258" y="260"/>
                      <a:pt x="3579" y="0"/>
                      <a:pt x="2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3"/>
              <p:cNvSpPr/>
              <p:nvPr/>
            </p:nvSpPr>
            <p:spPr>
              <a:xfrm>
                <a:off x="3040425" y="2272850"/>
                <a:ext cx="81900" cy="82375"/>
              </a:xfrm>
              <a:custGeom>
                <a:avLst/>
                <a:gdLst/>
                <a:ahLst/>
                <a:cxnLst/>
                <a:rect l="l" t="t" r="r" b="b"/>
                <a:pathLst>
                  <a:path w="3276" h="3295" extrusionOk="0">
                    <a:moveTo>
                      <a:pt x="1638" y="0"/>
                    </a:moveTo>
                    <a:cubicBezTo>
                      <a:pt x="713" y="0"/>
                      <a:pt x="0" y="751"/>
                      <a:pt x="0" y="1657"/>
                    </a:cubicBezTo>
                    <a:cubicBezTo>
                      <a:pt x="0" y="2543"/>
                      <a:pt x="713" y="3294"/>
                      <a:pt x="1638" y="3294"/>
                    </a:cubicBezTo>
                    <a:cubicBezTo>
                      <a:pt x="2543" y="3294"/>
                      <a:pt x="3275" y="2543"/>
                      <a:pt x="3275" y="1657"/>
                    </a:cubicBezTo>
                    <a:cubicBezTo>
                      <a:pt x="3275" y="732"/>
                      <a:pt x="2543" y="0"/>
                      <a:pt x="16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3"/>
              <p:cNvSpPr/>
              <p:nvPr/>
            </p:nvSpPr>
            <p:spPr>
              <a:xfrm>
                <a:off x="2978300" y="2069350"/>
                <a:ext cx="96825" cy="144750"/>
              </a:xfrm>
              <a:custGeom>
                <a:avLst/>
                <a:gdLst/>
                <a:ahLst/>
                <a:cxnLst/>
                <a:rect l="l" t="t" r="r" b="b"/>
                <a:pathLst>
                  <a:path w="3873" h="5790" extrusionOk="0">
                    <a:moveTo>
                      <a:pt x="2196" y="1"/>
                    </a:moveTo>
                    <a:cubicBezTo>
                      <a:pt x="2093" y="1"/>
                      <a:pt x="1987" y="29"/>
                      <a:pt x="1888" y="88"/>
                    </a:cubicBezTo>
                    <a:lnTo>
                      <a:pt x="386" y="974"/>
                    </a:lnTo>
                    <a:cubicBezTo>
                      <a:pt x="97" y="1148"/>
                      <a:pt x="0" y="1533"/>
                      <a:pt x="193" y="1802"/>
                    </a:cubicBezTo>
                    <a:lnTo>
                      <a:pt x="1753" y="4326"/>
                    </a:lnTo>
                    <a:cubicBezTo>
                      <a:pt x="1734" y="4345"/>
                      <a:pt x="2235" y="5366"/>
                      <a:pt x="2023" y="5790"/>
                    </a:cubicBezTo>
                    <a:lnTo>
                      <a:pt x="3718" y="2785"/>
                    </a:lnTo>
                    <a:cubicBezTo>
                      <a:pt x="3718" y="2785"/>
                      <a:pt x="3872" y="2188"/>
                      <a:pt x="3449" y="1456"/>
                    </a:cubicBezTo>
                    <a:cubicBezTo>
                      <a:pt x="3198" y="1070"/>
                      <a:pt x="2909" y="608"/>
                      <a:pt x="2697" y="281"/>
                    </a:cubicBezTo>
                    <a:cubicBezTo>
                      <a:pt x="2583" y="103"/>
                      <a:pt x="2394" y="1"/>
                      <a:pt x="21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3"/>
              <p:cNvSpPr/>
              <p:nvPr/>
            </p:nvSpPr>
            <p:spPr>
              <a:xfrm>
                <a:off x="2921950" y="2137525"/>
                <a:ext cx="109825" cy="126675"/>
              </a:xfrm>
              <a:custGeom>
                <a:avLst/>
                <a:gdLst/>
                <a:ahLst/>
                <a:cxnLst/>
                <a:rect l="l" t="t" r="r" b="b"/>
                <a:pathLst>
                  <a:path w="4393" h="5067" extrusionOk="0">
                    <a:moveTo>
                      <a:pt x="1484" y="0"/>
                    </a:moveTo>
                    <a:lnTo>
                      <a:pt x="1" y="2678"/>
                    </a:lnTo>
                    <a:lnTo>
                      <a:pt x="1542" y="5066"/>
                    </a:lnTo>
                    <a:lnTo>
                      <a:pt x="1638" y="4026"/>
                    </a:lnTo>
                    <a:cubicBezTo>
                      <a:pt x="1638" y="4026"/>
                      <a:pt x="2832" y="3930"/>
                      <a:pt x="3275" y="3872"/>
                    </a:cubicBezTo>
                    <a:cubicBezTo>
                      <a:pt x="3699" y="3833"/>
                      <a:pt x="3892" y="3352"/>
                      <a:pt x="3892" y="3352"/>
                    </a:cubicBezTo>
                    <a:cubicBezTo>
                      <a:pt x="4393" y="2331"/>
                      <a:pt x="3430" y="1079"/>
                      <a:pt x="3430" y="1079"/>
                    </a:cubicBezTo>
                    <a:lnTo>
                      <a:pt x="1542" y="1079"/>
                    </a:lnTo>
                    <a:lnTo>
                      <a:pt x="148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3"/>
              <p:cNvSpPr/>
              <p:nvPr/>
            </p:nvSpPr>
            <p:spPr>
              <a:xfrm>
                <a:off x="2776025" y="2162550"/>
                <a:ext cx="122850" cy="87675"/>
              </a:xfrm>
              <a:custGeom>
                <a:avLst/>
                <a:gdLst/>
                <a:ahLst/>
                <a:cxnLst/>
                <a:rect l="l" t="t" r="r" b="b"/>
                <a:pathLst>
                  <a:path w="4914" h="3507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4" y="8"/>
                      <a:pt x="8" y="14"/>
                      <a:pt x="12" y="21"/>
                    </a:cubicBezTo>
                    <a:lnTo>
                      <a:pt x="12" y="21"/>
                    </a:lnTo>
                    <a:lnTo>
                      <a:pt x="1" y="1"/>
                    </a:lnTo>
                    <a:close/>
                    <a:moveTo>
                      <a:pt x="12" y="21"/>
                    </a:moveTo>
                    <a:lnTo>
                      <a:pt x="1638" y="3025"/>
                    </a:lnTo>
                    <a:cubicBezTo>
                      <a:pt x="1638" y="3025"/>
                      <a:pt x="2043" y="3507"/>
                      <a:pt x="2890" y="3507"/>
                    </a:cubicBezTo>
                    <a:lnTo>
                      <a:pt x="4258" y="3507"/>
                    </a:lnTo>
                    <a:cubicBezTo>
                      <a:pt x="4605" y="3507"/>
                      <a:pt x="4875" y="3237"/>
                      <a:pt x="4875" y="2929"/>
                    </a:cubicBezTo>
                    <a:lnTo>
                      <a:pt x="4913" y="1195"/>
                    </a:lnTo>
                    <a:cubicBezTo>
                      <a:pt x="4913" y="868"/>
                      <a:pt x="4643" y="598"/>
                      <a:pt x="4335" y="579"/>
                    </a:cubicBezTo>
                    <a:lnTo>
                      <a:pt x="1369" y="521"/>
                    </a:lnTo>
                    <a:cubicBezTo>
                      <a:pt x="1369" y="521"/>
                      <a:pt x="249" y="428"/>
                      <a:pt x="12" y="2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3"/>
              <p:cNvSpPr/>
              <p:nvPr/>
            </p:nvSpPr>
            <p:spPr>
              <a:xfrm>
                <a:off x="2766875" y="2076825"/>
                <a:ext cx="110800" cy="94650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3786" extrusionOk="0">
                    <a:moveTo>
                      <a:pt x="2987" y="1"/>
                    </a:moveTo>
                    <a:lnTo>
                      <a:pt x="155" y="20"/>
                    </a:lnTo>
                    <a:lnTo>
                      <a:pt x="964" y="675"/>
                    </a:lnTo>
                    <a:cubicBezTo>
                      <a:pt x="964" y="675"/>
                      <a:pt x="386" y="1715"/>
                      <a:pt x="194" y="2120"/>
                    </a:cubicBezTo>
                    <a:cubicBezTo>
                      <a:pt x="1" y="2524"/>
                      <a:pt x="328" y="2948"/>
                      <a:pt x="328" y="2948"/>
                    </a:cubicBezTo>
                    <a:cubicBezTo>
                      <a:pt x="754" y="3696"/>
                      <a:pt x="1782" y="3785"/>
                      <a:pt x="2248" y="3785"/>
                    </a:cubicBezTo>
                    <a:cubicBezTo>
                      <a:pt x="2395" y="3785"/>
                      <a:pt x="2486" y="3777"/>
                      <a:pt x="2486" y="3777"/>
                    </a:cubicBezTo>
                    <a:lnTo>
                      <a:pt x="3507" y="2139"/>
                    </a:lnTo>
                    <a:lnTo>
                      <a:pt x="4431" y="2698"/>
                    </a:lnTo>
                    <a:lnTo>
                      <a:pt x="4431" y="2698"/>
                    </a:lnTo>
                    <a:lnTo>
                      <a:pt x="298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3"/>
              <p:cNvSpPr/>
              <p:nvPr/>
            </p:nvSpPr>
            <p:spPr>
              <a:xfrm>
                <a:off x="2823725" y="1979550"/>
                <a:ext cx="131000" cy="96575"/>
              </a:xfrm>
              <a:custGeom>
                <a:avLst/>
                <a:gdLst/>
                <a:ahLst/>
                <a:cxnLst/>
                <a:rect l="l" t="t" r="r" b="b"/>
                <a:pathLst>
                  <a:path w="5240" h="3863" extrusionOk="0">
                    <a:moveTo>
                      <a:pt x="1811" y="1"/>
                    </a:moveTo>
                    <a:cubicBezTo>
                      <a:pt x="1811" y="1"/>
                      <a:pt x="1175" y="136"/>
                      <a:pt x="790" y="887"/>
                    </a:cubicBezTo>
                    <a:cubicBezTo>
                      <a:pt x="578" y="1291"/>
                      <a:pt x="308" y="1754"/>
                      <a:pt x="135" y="2081"/>
                    </a:cubicBezTo>
                    <a:cubicBezTo>
                      <a:pt x="0" y="2370"/>
                      <a:pt x="96" y="2736"/>
                      <a:pt x="366" y="2910"/>
                    </a:cubicBezTo>
                    <a:lnTo>
                      <a:pt x="1869" y="3776"/>
                    </a:lnTo>
                    <a:cubicBezTo>
                      <a:pt x="1966" y="3835"/>
                      <a:pt x="2072" y="3863"/>
                      <a:pt x="2177" y="3863"/>
                    </a:cubicBezTo>
                    <a:cubicBezTo>
                      <a:pt x="2383" y="3863"/>
                      <a:pt x="2582" y="3756"/>
                      <a:pt x="2697" y="3564"/>
                    </a:cubicBezTo>
                    <a:lnTo>
                      <a:pt x="4142" y="964"/>
                    </a:lnTo>
                    <a:cubicBezTo>
                      <a:pt x="4122" y="925"/>
                      <a:pt x="4758" y="1"/>
                      <a:pt x="524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3"/>
              <p:cNvSpPr/>
              <p:nvPr/>
            </p:nvSpPr>
            <p:spPr>
              <a:xfrm>
                <a:off x="2921950" y="1984200"/>
                <a:ext cx="109825" cy="94100"/>
              </a:xfrm>
              <a:custGeom>
                <a:avLst/>
                <a:gdLst/>
                <a:ahLst/>
                <a:cxnLst/>
                <a:rect l="l" t="t" r="r" b="b"/>
                <a:pathLst>
                  <a:path w="4393" h="3764" extrusionOk="0">
                    <a:moveTo>
                      <a:pt x="1867" y="1"/>
                    </a:moveTo>
                    <a:cubicBezTo>
                      <a:pt x="1798" y="1"/>
                      <a:pt x="1754" y="7"/>
                      <a:pt x="1754" y="7"/>
                    </a:cubicBezTo>
                    <a:cubicBezTo>
                      <a:pt x="617" y="46"/>
                      <a:pt x="1" y="1491"/>
                      <a:pt x="1" y="1491"/>
                    </a:cubicBezTo>
                    <a:lnTo>
                      <a:pt x="964" y="3186"/>
                    </a:lnTo>
                    <a:lnTo>
                      <a:pt x="20" y="3764"/>
                    </a:lnTo>
                    <a:lnTo>
                      <a:pt x="3083" y="3764"/>
                    </a:lnTo>
                    <a:lnTo>
                      <a:pt x="4393" y="1260"/>
                    </a:lnTo>
                    <a:lnTo>
                      <a:pt x="4393" y="1260"/>
                    </a:lnTo>
                    <a:lnTo>
                      <a:pt x="3430" y="1664"/>
                    </a:lnTo>
                    <a:cubicBezTo>
                      <a:pt x="3430" y="1664"/>
                      <a:pt x="2794" y="643"/>
                      <a:pt x="2524" y="296"/>
                    </a:cubicBezTo>
                    <a:cubicBezTo>
                      <a:pt x="2334" y="39"/>
                      <a:pt x="2030" y="1"/>
                      <a:pt x="186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53" name="Google Shape;653;p33"/>
          <p:cNvSpPr txBox="1">
            <a:spLocks noGrp="1"/>
          </p:cNvSpPr>
          <p:nvPr>
            <p:ph type="ctrTitle"/>
          </p:nvPr>
        </p:nvSpPr>
        <p:spPr>
          <a:xfrm flipH="1">
            <a:off x="2194425" y="1499926"/>
            <a:ext cx="4701000" cy="146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VeriCycle</a:t>
            </a:r>
            <a:endParaRPr sz="9600" dirty="0"/>
          </a:p>
        </p:txBody>
      </p:sp>
      <p:grpSp>
        <p:nvGrpSpPr>
          <p:cNvPr id="654" name="Google Shape;654;p33"/>
          <p:cNvGrpSpPr/>
          <p:nvPr/>
        </p:nvGrpSpPr>
        <p:grpSpPr>
          <a:xfrm>
            <a:off x="406678" y="3834304"/>
            <a:ext cx="760443" cy="1017907"/>
            <a:chOff x="3882228" y="4181091"/>
            <a:chExt cx="760443" cy="1017907"/>
          </a:xfrm>
        </p:grpSpPr>
        <p:sp>
          <p:nvSpPr>
            <p:cNvPr id="655" name="Google Shape;655;p33"/>
            <p:cNvSpPr/>
            <p:nvPr/>
          </p:nvSpPr>
          <p:spPr>
            <a:xfrm>
              <a:off x="3882228" y="4183371"/>
              <a:ext cx="744494" cy="1015561"/>
            </a:xfrm>
            <a:custGeom>
              <a:avLst/>
              <a:gdLst/>
              <a:ahLst/>
              <a:cxnLst/>
              <a:rect l="l" t="t" r="r" b="b"/>
              <a:pathLst>
                <a:path w="6030" h="8226" extrusionOk="0">
                  <a:moveTo>
                    <a:pt x="3044" y="0"/>
                  </a:moveTo>
                  <a:lnTo>
                    <a:pt x="2890" y="540"/>
                  </a:lnTo>
                  <a:lnTo>
                    <a:pt x="1445" y="1176"/>
                  </a:lnTo>
                  <a:lnTo>
                    <a:pt x="0" y="7128"/>
                  </a:lnTo>
                  <a:lnTo>
                    <a:pt x="3178" y="7879"/>
                  </a:lnTo>
                  <a:lnTo>
                    <a:pt x="4585" y="8226"/>
                  </a:lnTo>
                  <a:lnTo>
                    <a:pt x="5509" y="4373"/>
                  </a:lnTo>
                  <a:lnTo>
                    <a:pt x="6029" y="2274"/>
                  </a:lnTo>
                  <a:lnTo>
                    <a:pt x="5548" y="1195"/>
                  </a:lnTo>
                  <a:lnTo>
                    <a:pt x="5683" y="636"/>
                  </a:lnTo>
                  <a:lnTo>
                    <a:pt x="3044" y="0"/>
                  </a:lnTo>
                  <a:close/>
                </a:path>
              </a:pathLst>
            </a:custGeom>
            <a:solidFill>
              <a:srgbClr val="FFFFFF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6" name="Google Shape;656;p33"/>
            <p:cNvGrpSpPr/>
            <p:nvPr/>
          </p:nvGrpSpPr>
          <p:grpSpPr>
            <a:xfrm>
              <a:off x="3895708" y="4181091"/>
              <a:ext cx="746963" cy="1017907"/>
              <a:chOff x="996600" y="1930925"/>
              <a:chExt cx="151250" cy="206125"/>
            </a:xfrm>
          </p:grpSpPr>
          <p:sp>
            <p:nvSpPr>
              <p:cNvPr id="657" name="Google Shape;657;p33"/>
              <p:cNvSpPr/>
              <p:nvPr/>
            </p:nvSpPr>
            <p:spPr>
              <a:xfrm>
                <a:off x="1076550" y="1979550"/>
                <a:ext cx="71300" cy="157500"/>
              </a:xfrm>
              <a:custGeom>
                <a:avLst/>
                <a:gdLst/>
                <a:ahLst/>
                <a:cxnLst/>
                <a:rect l="l" t="t" r="r" b="b"/>
                <a:pathLst>
                  <a:path w="2852" h="6300" extrusionOk="0">
                    <a:moveTo>
                      <a:pt x="1445" y="1"/>
                    </a:moveTo>
                    <a:lnTo>
                      <a:pt x="0" y="5972"/>
                    </a:lnTo>
                    <a:lnTo>
                      <a:pt x="1406" y="6300"/>
                    </a:lnTo>
                    <a:lnTo>
                      <a:pt x="2851" y="328"/>
                    </a:lnTo>
                    <a:lnTo>
                      <a:pt x="144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3"/>
              <p:cNvSpPr/>
              <p:nvPr/>
            </p:nvSpPr>
            <p:spPr>
              <a:xfrm>
                <a:off x="1102075" y="1980050"/>
                <a:ext cx="45275" cy="74200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2968" extrusionOk="0">
                    <a:moveTo>
                      <a:pt x="405" y="0"/>
                    </a:moveTo>
                    <a:lnTo>
                      <a:pt x="19" y="1580"/>
                    </a:lnTo>
                    <a:cubicBezTo>
                      <a:pt x="19" y="1580"/>
                      <a:pt x="0" y="1926"/>
                      <a:pt x="193" y="2003"/>
                    </a:cubicBezTo>
                    <a:cubicBezTo>
                      <a:pt x="405" y="2061"/>
                      <a:pt x="424" y="1965"/>
                      <a:pt x="289" y="2331"/>
                    </a:cubicBezTo>
                    <a:cubicBezTo>
                      <a:pt x="154" y="2678"/>
                      <a:pt x="135" y="2928"/>
                      <a:pt x="405" y="2967"/>
                    </a:cubicBezTo>
                    <a:cubicBezTo>
                      <a:pt x="409" y="2967"/>
                      <a:pt x="413" y="2967"/>
                      <a:pt x="417" y="2967"/>
                    </a:cubicBezTo>
                    <a:cubicBezTo>
                      <a:pt x="685" y="2967"/>
                      <a:pt x="410" y="2350"/>
                      <a:pt x="751" y="2312"/>
                    </a:cubicBezTo>
                    <a:cubicBezTo>
                      <a:pt x="768" y="2310"/>
                      <a:pt x="785" y="2309"/>
                      <a:pt x="802" y="2309"/>
                    </a:cubicBezTo>
                    <a:cubicBezTo>
                      <a:pt x="971" y="2309"/>
                      <a:pt x="1114" y="2394"/>
                      <a:pt x="1272" y="2446"/>
                    </a:cubicBezTo>
                    <a:lnTo>
                      <a:pt x="1811" y="328"/>
                    </a:lnTo>
                    <a:lnTo>
                      <a:pt x="405" y="0"/>
                    </a:lnTo>
                    <a:close/>
                  </a:path>
                </a:pathLst>
              </a:custGeom>
              <a:solidFill>
                <a:srgbClr val="3978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3"/>
              <p:cNvSpPr/>
              <p:nvPr/>
            </p:nvSpPr>
            <p:spPr>
              <a:xfrm>
                <a:off x="1076050" y="2074150"/>
                <a:ext cx="45300" cy="62900"/>
              </a:xfrm>
              <a:custGeom>
                <a:avLst/>
                <a:gdLst/>
                <a:ahLst/>
                <a:cxnLst/>
                <a:rect l="l" t="t" r="r" b="b"/>
                <a:pathLst>
                  <a:path w="1812" h="2516" extrusionOk="0">
                    <a:moveTo>
                      <a:pt x="1145" y="1"/>
                    </a:moveTo>
                    <a:cubicBezTo>
                      <a:pt x="1065" y="1"/>
                      <a:pt x="992" y="74"/>
                      <a:pt x="983" y="185"/>
                    </a:cubicBezTo>
                    <a:cubicBezTo>
                      <a:pt x="964" y="416"/>
                      <a:pt x="849" y="320"/>
                      <a:pt x="405" y="493"/>
                    </a:cubicBezTo>
                    <a:lnTo>
                      <a:pt x="1" y="2169"/>
                    </a:lnTo>
                    <a:lnTo>
                      <a:pt x="1407" y="2516"/>
                    </a:lnTo>
                    <a:lnTo>
                      <a:pt x="1812" y="801"/>
                    </a:lnTo>
                    <a:lnTo>
                      <a:pt x="1812" y="801"/>
                    </a:lnTo>
                    <a:cubicBezTo>
                      <a:pt x="1743" y="811"/>
                      <a:pt x="1681" y="820"/>
                      <a:pt x="1626" y="820"/>
                    </a:cubicBezTo>
                    <a:cubicBezTo>
                      <a:pt x="1465" y="820"/>
                      <a:pt x="1369" y="746"/>
                      <a:pt x="1369" y="416"/>
                    </a:cubicBezTo>
                    <a:cubicBezTo>
                      <a:pt x="1358" y="116"/>
                      <a:pt x="1246" y="1"/>
                      <a:pt x="1145" y="1"/>
                    </a:cubicBezTo>
                    <a:close/>
                  </a:path>
                </a:pathLst>
              </a:custGeom>
              <a:solidFill>
                <a:srgbClr val="3978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3"/>
              <p:cNvSpPr/>
              <p:nvPr/>
            </p:nvSpPr>
            <p:spPr>
              <a:xfrm>
                <a:off x="1102075" y="1980050"/>
                <a:ext cx="45275" cy="74200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2968" extrusionOk="0">
                    <a:moveTo>
                      <a:pt x="405" y="0"/>
                    </a:moveTo>
                    <a:lnTo>
                      <a:pt x="19" y="1580"/>
                    </a:lnTo>
                    <a:cubicBezTo>
                      <a:pt x="19" y="1580"/>
                      <a:pt x="0" y="1926"/>
                      <a:pt x="193" y="2003"/>
                    </a:cubicBezTo>
                    <a:cubicBezTo>
                      <a:pt x="405" y="2061"/>
                      <a:pt x="424" y="1965"/>
                      <a:pt x="289" y="2331"/>
                    </a:cubicBezTo>
                    <a:cubicBezTo>
                      <a:pt x="154" y="2678"/>
                      <a:pt x="135" y="2928"/>
                      <a:pt x="405" y="2967"/>
                    </a:cubicBezTo>
                    <a:cubicBezTo>
                      <a:pt x="409" y="2967"/>
                      <a:pt x="413" y="2967"/>
                      <a:pt x="417" y="2967"/>
                    </a:cubicBezTo>
                    <a:cubicBezTo>
                      <a:pt x="685" y="2967"/>
                      <a:pt x="410" y="2350"/>
                      <a:pt x="751" y="2312"/>
                    </a:cubicBezTo>
                    <a:cubicBezTo>
                      <a:pt x="768" y="2310"/>
                      <a:pt x="785" y="2309"/>
                      <a:pt x="802" y="2309"/>
                    </a:cubicBezTo>
                    <a:cubicBezTo>
                      <a:pt x="971" y="2309"/>
                      <a:pt x="1114" y="2394"/>
                      <a:pt x="1272" y="2446"/>
                    </a:cubicBezTo>
                    <a:lnTo>
                      <a:pt x="1811" y="328"/>
                    </a:lnTo>
                    <a:lnTo>
                      <a:pt x="4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3"/>
              <p:cNvSpPr/>
              <p:nvPr/>
            </p:nvSpPr>
            <p:spPr>
              <a:xfrm>
                <a:off x="1076050" y="2074150"/>
                <a:ext cx="45300" cy="62900"/>
              </a:xfrm>
              <a:custGeom>
                <a:avLst/>
                <a:gdLst/>
                <a:ahLst/>
                <a:cxnLst/>
                <a:rect l="l" t="t" r="r" b="b"/>
                <a:pathLst>
                  <a:path w="1812" h="2516" extrusionOk="0">
                    <a:moveTo>
                      <a:pt x="1145" y="1"/>
                    </a:moveTo>
                    <a:cubicBezTo>
                      <a:pt x="1065" y="1"/>
                      <a:pt x="992" y="74"/>
                      <a:pt x="983" y="185"/>
                    </a:cubicBezTo>
                    <a:cubicBezTo>
                      <a:pt x="964" y="416"/>
                      <a:pt x="849" y="320"/>
                      <a:pt x="405" y="493"/>
                    </a:cubicBezTo>
                    <a:lnTo>
                      <a:pt x="1" y="2169"/>
                    </a:lnTo>
                    <a:lnTo>
                      <a:pt x="1407" y="2516"/>
                    </a:lnTo>
                    <a:lnTo>
                      <a:pt x="1812" y="801"/>
                    </a:lnTo>
                    <a:lnTo>
                      <a:pt x="1812" y="801"/>
                    </a:lnTo>
                    <a:cubicBezTo>
                      <a:pt x="1743" y="811"/>
                      <a:pt x="1681" y="820"/>
                      <a:pt x="1626" y="820"/>
                    </a:cubicBezTo>
                    <a:cubicBezTo>
                      <a:pt x="1465" y="820"/>
                      <a:pt x="1369" y="746"/>
                      <a:pt x="1369" y="416"/>
                    </a:cubicBezTo>
                    <a:cubicBezTo>
                      <a:pt x="1358" y="116"/>
                      <a:pt x="1246" y="1"/>
                      <a:pt x="11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3"/>
              <p:cNvSpPr/>
              <p:nvPr/>
            </p:nvSpPr>
            <p:spPr>
              <a:xfrm>
                <a:off x="1112175" y="1961250"/>
                <a:ext cx="35175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1080" extrusionOk="0">
                    <a:moveTo>
                      <a:pt x="925" y="1"/>
                    </a:moveTo>
                    <a:lnTo>
                      <a:pt x="1" y="752"/>
                    </a:lnTo>
                    <a:lnTo>
                      <a:pt x="1407" y="1080"/>
                    </a:lnTo>
                    <a:lnTo>
                      <a:pt x="925" y="1"/>
                    </a:lnTo>
                    <a:close/>
                  </a:path>
                </a:pathLst>
              </a:custGeom>
              <a:solidFill>
                <a:srgbClr val="3978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3"/>
              <p:cNvSpPr/>
              <p:nvPr/>
            </p:nvSpPr>
            <p:spPr>
              <a:xfrm>
                <a:off x="1112175" y="1961250"/>
                <a:ext cx="35175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407" h="1080" extrusionOk="0">
                    <a:moveTo>
                      <a:pt x="925" y="1"/>
                    </a:moveTo>
                    <a:lnTo>
                      <a:pt x="1" y="752"/>
                    </a:lnTo>
                    <a:lnTo>
                      <a:pt x="1407" y="1080"/>
                    </a:lnTo>
                    <a:lnTo>
                      <a:pt x="9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3"/>
              <p:cNvSpPr/>
              <p:nvPr/>
            </p:nvSpPr>
            <p:spPr>
              <a:xfrm>
                <a:off x="997075" y="1960300"/>
                <a:ext cx="115600" cy="168575"/>
              </a:xfrm>
              <a:custGeom>
                <a:avLst/>
                <a:gdLst/>
                <a:ahLst/>
                <a:cxnLst/>
                <a:rect l="l" t="t" r="r" b="b"/>
                <a:pathLst>
                  <a:path w="4624" h="6743" extrusionOk="0">
                    <a:moveTo>
                      <a:pt x="1446" y="0"/>
                    </a:moveTo>
                    <a:lnTo>
                      <a:pt x="1" y="5972"/>
                    </a:lnTo>
                    <a:lnTo>
                      <a:pt x="3179" y="6742"/>
                    </a:lnTo>
                    <a:lnTo>
                      <a:pt x="4624" y="771"/>
                    </a:lnTo>
                    <a:lnTo>
                      <a:pt x="14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3"/>
              <p:cNvSpPr/>
              <p:nvPr/>
            </p:nvSpPr>
            <p:spPr>
              <a:xfrm>
                <a:off x="996600" y="2026000"/>
                <a:ext cx="89600" cy="103350"/>
              </a:xfrm>
              <a:custGeom>
                <a:avLst/>
                <a:gdLst/>
                <a:ahLst/>
                <a:cxnLst/>
                <a:rect l="l" t="t" r="r" b="b"/>
                <a:pathLst>
                  <a:path w="3584" h="4134" extrusionOk="0">
                    <a:moveTo>
                      <a:pt x="2424" y="0"/>
                    </a:moveTo>
                    <a:cubicBezTo>
                      <a:pt x="1965" y="0"/>
                      <a:pt x="1462" y="558"/>
                      <a:pt x="1272" y="1071"/>
                    </a:cubicBezTo>
                    <a:cubicBezTo>
                      <a:pt x="1179" y="1337"/>
                      <a:pt x="975" y="1419"/>
                      <a:pt x="763" y="1419"/>
                    </a:cubicBezTo>
                    <a:cubicBezTo>
                      <a:pt x="668" y="1419"/>
                      <a:pt x="571" y="1403"/>
                      <a:pt x="482" y="1379"/>
                    </a:cubicBezTo>
                    <a:lnTo>
                      <a:pt x="1" y="3363"/>
                    </a:lnTo>
                    <a:lnTo>
                      <a:pt x="3179" y="4134"/>
                    </a:lnTo>
                    <a:lnTo>
                      <a:pt x="3583" y="2438"/>
                    </a:lnTo>
                    <a:lnTo>
                      <a:pt x="3583" y="2438"/>
                    </a:lnTo>
                    <a:cubicBezTo>
                      <a:pt x="3476" y="2487"/>
                      <a:pt x="3345" y="2509"/>
                      <a:pt x="3205" y="2509"/>
                    </a:cubicBezTo>
                    <a:cubicBezTo>
                      <a:pt x="2791" y="2509"/>
                      <a:pt x="2297" y="2322"/>
                      <a:pt x="2081" y="2092"/>
                    </a:cubicBezTo>
                    <a:cubicBezTo>
                      <a:pt x="1792" y="1764"/>
                      <a:pt x="2832" y="1899"/>
                      <a:pt x="2659" y="1610"/>
                    </a:cubicBezTo>
                    <a:cubicBezTo>
                      <a:pt x="2612" y="1538"/>
                      <a:pt x="2547" y="1512"/>
                      <a:pt x="2471" y="1512"/>
                    </a:cubicBezTo>
                    <a:cubicBezTo>
                      <a:pt x="2263" y="1512"/>
                      <a:pt x="1975" y="1710"/>
                      <a:pt x="1772" y="1710"/>
                    </a:cubicBezTo>
                    <a:cubicBezTo>
                      <a:pt x="1712" y="1710"/>
                      <a:pt x="1660" y="1693"/>
                      <a:pt x="1619" y="1649"/>
                    </a:cubicBezTo>
                    <a:cubicBezTo>
                      <a:pt x="1368" y="1418"/>
                      <a:pt x="2563" y="1225"/>
                      <a:pt x="2447" y="1052"/>
                    </a:cubicBezTo>
                    <a:cubicBezTo>
                      <a:pt x="2423" y="1008"/>
                      <a:pt x="2388" y="993"/>
                      <a:pt x="2347" y="993"/>
                    </a:cubicBezTo>
                    <a:cubicBezTo>
                      <a:pt x="2270" y="993"/>
                      <a:pt x="2168" y="1044"/>
                      <a:pt x="2059" y="1044"/>
                    </a:cubicBezTo>
                    <a:cubicBezTo>
                      <a:pt x="1997" y="1044"/>
                      <a:pt x="1932" y="1027"/>
                      <a:pt x="1869" y="974"/>
                    </a:cubicBezTo>
                    <a:cubicBezTo>
                      <a:pt x="1657" y="782"/>
                      <a:pt x="3372" y="705"/>
                      <a:pt x="2832" y="185"/>
                    </a:cubicBezTo>
                    <a:cubicBezTo>
                      <a:pt x="2708" y="56"/>
                      <a:pt x="2568" y="0"/>
                      <a:pt x="24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3"/>
              <p:cNvSpPr/>
              <p:nvPr/>
            </p:nvSpPr>
            <p:spPr>
              <a:xfrm>
                <a:off x="1023575" y="1960775"/>
                <a:ext cx="89100" cy="76550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3062" extrusionOk="0">
                    <a:moveTo>
                      <a:pt x="366" y="1"/>
                    </a:moveTo>
                    <a:lnTo>
                      <a:pt x="0" y="1522"/>
                    </a:lnTo>
                    <a:cubicBezTo>
                      <a:pt x="247" y="1654"/>
                      <a:pt x="606" y="1828"/>
                      <a:pt x="838" y="1828"/>
                    </a:cubicBezTo>
                    <a:cubicBezTo>
                      <a:pt x="877" y="1828"/>
                      <a:pt x="913" y="1823"/>
                      <a:pt x="944" y="1811"/>
                    </a:cubicBezTo>
                    <a:cubicBezTo>
                      <a:pt x="1001" y="1776"/>
                      <a:pt x="1052" y="1761"/>
                      <a:pt x="1100" y="1761"/>
                    </a:cubicBezTo>
                    <a:cubicBezTo>
                      <a:pt x="1318" y="1761"/>
                      <a:pt x="1484" y="2053"/>
                      <a:pt x="1830" y="2100"/>
                    </a:cubicBezTo>
                    <a:cubicBezTo>
                      <a:pt x="2235" y="2139"/>
                      <a:pt x="2293" y="2293"/>
                      <a:pt x="2119" y="2524"/>
                    </a:cubicBezTo>
                    <a:cubicBezTo>
                      <a:pt x="1993" y="2728"/>
                      <a:pt x="2124" y="3061"/>
                      <a:pt x="2271" y="3061"/>
                    </a:cubicBezTo>
                    <a:cubicBezTo>
                      <a:pt x="2304" y="3061"/>
                      <a:pt x="2338" y="3044"/>
                      <a:pt x="2370" y="3006"/>
                    </a:cubicBezTo>
                    <a:cubicBezTo>
                      <a:pt x="2481" y="2815"/>
                      <a:pt x="2303" y="2269"/>
                      <a:pt x="2780" y="2269"/>
                    </a:cubicBezTo>
                    <a:cubicBezTo>
                      <a:pt x="2881" y="2269"/>
                      <a:pt x="3011" y="2294"/>
                      <a:pt x="3179" y="2351"/>
                    </a:cubicBezTo>
                    <a:lnTo>
                      <a:pt x="3564" y="771"/>
                    </a:lnTo>
                    <a:lnTo>
                      <a:pt x="36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3"/>
              <p:cNvSpPr/>
              <p:nvPr/>
            </p:nvSpPr>
            <p:spPr>
              <a:xfrm>
                <a:off x="1068825" y="1930925"/>
                <a:ext cx="69375" cy="30350"/>
              </a:xfrm>
              <a:custGeom>
                <a:avLst/>
                <a:gdLst/>
                <a:ahLst/>
                <a:cxnLst/>
                <a:rect l="l" t="t" r="r" b="b"/>
                <a:pathLst>
                  <a:path w="2775" h="1214" extrusionOk="0">
                    <a:moveTo>
                      <a:pt x="136" y="0"/>
                    </a:moveTo>
                    <a:lnTo>
                      <a:pt x="1" y="559"/>
                    </a:lnTo>
                    <a:lnTo>
                      <a:pt x="2640" y="1214"/>
                    </a:lnTo>
                    <a:lnTo>
                      <a:pt x="2775" y="636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3"/>
              <p:cNvSpPr/>
              <p:nvPr/>
            </p:nvSpPr>
            <p:spPr>
              <a:xfrm>
                <a:off x="1032725" y="1944875"/>
                <a:ext cx="102600" cy="35200"/>
              </a:xfrm>
              <a:custGeom>
                <a:avLst/>
                <a:gdLst/>
                <a:ahLst/>
                <a:cxnLst/>
                <a:rect l="l" t="t" r="r" b="b"/>
                <a:pathLst>
                  <a:path w="4104" h="1408" extrusionOk="0">
                    <a:moveTo>
                      <a:pt x="1445" y="1"/>
                    </a:moveTo>
                    <a:lnTo>
                      <a:pt x="0" y="637"/>
                    </a:lnTo>
                    <a:lnTo>
                      <a:pt x="3179" y="1407"/>
                    </a:lnTo>
                    <a:lnTo>
                      <a:pt x="4103" y="656"/>
                    </a:lnTo>
                    <a:lnTo>
                      <a:pt x="144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3"/>
              <p:cNvSpPr/>
              <p:nvPr/>
            </p:nvSpPr>
            <p:spPr>
              <a:xfrm>
                <a:off x="1070275" y="1949050"/>
                <a:ext cx="23150" cy="2107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843" extrusionOk="0">
                    <a:moveTo>
                      <a:pt x="467" y="1"/>
                    </a:moveTo>
                    <a:cubicBezTo>
                      <a:pt x="277" y="1"/>
                      <a:pt x="90" y="128"/>
                      <a:pt x="39" y="315"/>
                    </a:cubicBezTo>
                    <a:cubicBezTo>
                      <a:pt x="1" y="547"/>
                      <a:pt x="136" y="778"/>
                      <a:pt x="348" y="836"/>
                    </a:cubicBezTo>
                    <a:cubicBezTo>
                      <a:pt x="374" y="840"/>
                      <a:pt x="400" y="842"/>
                      <a:pt x="426" y="842"/>
                    </a:cubicBezTo>
                    <a:cubicBezTo>
                      <a:pt x="629" y="842"/>
                      <a:pt x="816" y="713"/>
                      <a:pt x="868" y="508"/>
                    </a:cubicBezTo>
                    <a:cubicBezTo>
                      <a:pt x="925" y="296"/>
                      <a:pt x="791" y="84"/>
                      <a:pt x="540" y="7"/>
                    </a:cubicBezTo>
                    <a:cubicBezTo>
                      <a:pt x="516" y="3"/>
                      <a:pt x="491" y="1"/>
                      <a:pt x="4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70" name="Google Shape;670;p33"/>
          <p:cNvSpPr txBox="1"/>
          <p:nvPr/>
        </p:nvSpPr>
        <p:spPr>
          <a:xfrm>
            <a:off x="2278900" y="2951221"/>
            <a:ext cx="4701000" cy="8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>
                <a:solidFill>
                  <a:schemeClr val="accent1"/>
                </a:solidFill>
                <a:latin typeface="Squada One"/>
                <a:ea typeface="Squada One"/>
                <a:cs typeface="Squada One"/>
                <a:sym typeface="Squada One"/>
              </a:rPr>
              <a:t>Verified Value for a Circular Economy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66"/>
          <p:cNvSpPr txBox="1">
            <a:spLocks noGrp="1"/>
          </p:cNvSpPr>
          <p:nvPr>
            <p:ph type="title"/>
          </p:nvPr>
        </p:nvSpPr>
        <p:spPr>
          <a:xfrm>
            <a:off x="944560" y="690321"/>
            <a:ext cx="38502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ONE MAN </a:t>
            </a:r>
            <a:r>
              <a:rPr lang="en" dirty="0">
                <a:solidFill>
                  <a:schemeClr val="accent1"/>
                </a:solidFill>
              </a:rPr>
              <a:t>TEAM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591" name="Google Shape;1591;p66"/>
          <p:cNvSpPr txBox="1">
            <a:spLocks noGrp="1"/>
          </p:cNvSpPr>
          <p:nvPr>
            <p:ph type="ctrTitle" idx="2"/>
          </p:nvPr>
        </p:nvSpPr>
        <p:spPr>
          <a:xfrm>
            <a:off x="1300737" y="3598051"/>
            <a:ext cx="3310862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Nomathemba Ncube</a:t>
            </a:r>
            <a:endParaRPr dirty="0"/>
          </a:p>
        </p:txBody>
      </p:sp>
      <p:pic>
        <p:nvPicPr>
          <p:cNvPr id="1596" name="Google Shape;1596;p66"/>
          <p:cNvPicPr preferRelativeResize="0"/>
          <p:nvPr/>
        </p:nvPicPr>
        <p:blipFill>
          <a:blip r:embed="rId3"/>
          <a:srcRect l="31" r="31"/>
          <a:stretch/>
        </p:blipFill>
        <p:spPr>
          <a:xfrm>
            <a:off x="2154947" y="1856550"/>
            <a:ext cx="1429500" cy="1430400"/>
          </a:xfrm>
          <a:prstGeom prst="ellipse">
            <a:avLst/>
          </a:prstGeom>
          <a:noFill/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1597" name="Google Shape;1597;p66"/>
          <p:cNvGrpSpPr/>
          <p:nvPr/>
        </p:nvGrpSpPr>
        <p:grpSpPr>
          <a:xfrm rot="-719019">
            <a:off x="129863" y="2501707"/>
            <a:ext cx="910926" cy="1346493"/>
            <a:chOff x="385525" y="2449423"/>
            <a:chExt cx="1090132" cy="1611388"/>
          </a:xfrm>
        </p:grpSpPr>
        <p:sp>
          <p:nvSpPr>
            <p:cNvPr id="1598" name="Google Shape;1598;p66"/>
            <p:cNvSpPr/>
            <p:nvPr/>
          </p:nvSpPr>
          <p:spPr>
            <a:xfrm>
              <a:off x="385525" y="2449427"/>
              <a:ext cx="1090111" cy="1611384"/>
            </a:xfrm>
            <a:custGeom>
              <a:avLst/>
              <a:gdLst/>
              <a:ahLst/>
              <a:cxnLst/>
              <a:rect l="l" t="t" r="r" b="b"/>
              <a:pathLst>
                <a:path w="19572" h="28931" extrusionOk="0">
                  <a:moveTo>
                    <a:pt x="7810" y="1232"/>
                  </a:moveTo>
                  <a:cubicBezTo>
                    <a:pt x="7974" y="1232"/>
                    <a:pt x="8125" y="1266"/>
                    <a:pt x="8277" y="1323"/>
                  </a:cubicBezTo>
                  <a:cubicBezTo>
                    <a:pt x="7870" y="1443"/>
                    <a:pt x="7463" y="1659"/>
                    <a:pt x="7079" y="1982"/>
                  </a:cubicBezTo>
                  <a:cubicBezTo>
                    <a:pt x="6397" y="2593"/>
                    <a:pt x="5810" y="3587"/>
                    <a:pt x="5343" y="4952"/>
                  </a:cubicBezTo>
                  <a:cubicBezTo>
                    <a:pt x="5558" y="3659"/>
                    <a:pt x="5917" y="2509"/>
                    <a:pt x="6504" y="1838"/>
                  </a:cubicBezTo>
                  <a:cubicBezTo>
                    <a:pt x="6828" y="1443"/>
                    <a:pt x="7223" y="1251"/>
                    <a:pt x="7678" y="1239"/>
                  </a:cubicBezTo>
                  <a:cubicBezTo>
                    <a:pt x="7723" y="1234"/>
                    <a:pt x="7767" y="1232"/>
                    <a:pt x="7810" y="1232"/>
                  </a:cubicBezTo>
                  <a:close/>
                  <a:moveTo>
                    <a:pt x="8994" y="2453"/>
                  </a:moveTo>
                  <a:cubicBezTo>
                    <a:pt x="9046" y="2453"/>
                    <a:pt x="9099" y="2455"/>
                    <a:pt x="9151" y="2461"/>
                  </a:cubicBezTo>
                  <a:cubicBezTo>
                    <a:pt x="9307" y="2473"/>
                    <a:pt x="9439" y="2509"/>
                    <a:pt x="9571" y="2557"/>
                  </a:cubicBezTo>
                  <a:cubicBezTo>
                    <a:pt x="10720" y="4509"/>
                    <a:pt x="11104" y="8138"/>
                    <a:pt x="11163" y="9923"/>
                  </a:cubicBezTo>
                  <a:cubicBezTo>
                    <a:pt x="9571" y="9959"/>
                    <a:pt x="7678" y="10043"/>
                    <a:pt x="5570" y="10174"/>
                  </a:cubicBezTo>
                  <a:cubicBezTo>
                    <a:pt x="5798" y="7851"/>
                    <a:pt x="6444" y="4186"/>
                    <a:pt x="7906" y="2892"/>
                  </a:cubicBezTo>
                  <a:cubicBezTo>
                    <a:pt x="8243" y="2607"/>
                    <a:pt x="8609" y="2453"/>
                    <a:pt x="8994" y="2453"/>
                  </a:cubicBezTo>
                  <a:close/>
                  <a:moveTo>
                    <a:pt x="7813" y="1"/>
                  </a:moveTo>
                  <a:cubicBezTo>
                    <a:pt x="7757" y="1"/>
                    <a:pt x="7700" y="2"/>
                    <a:pt x="7642" y="6"/>
                  </a:cubicBezTo>
                  <a:cubicBezTo>
                    <a:pt x="6852" y="42"/>
                    <a:pt x="6145" y="377"/>
                    <a:pt x="5582" y="1024"/>
                  </a:cubicBezTo>
                  <a:cubicBezTo>
                    <a:pt x="4636" y="2138"/>
                    <a:pt x="4061" y="4126"/>
                    <a:pt x="3929" y="6964"/>
                  </a:cubicBezTo>
                  <a:cubicBezTo>
                    <a:pt x="3845" y="8378"/>
                    <a:pt x="3905" y="9635"/>
                    <a:pt x="3953" y="10306"/>
                  </a:cubicBezTo>
                  <a:cubicBezTo>
                    <a:pt x="2851" y="10402"/>
                    <a:pt x="1678" y="10486"/>
                    <a:pt x="468" y="10606"/>
                  </a:cubicBezTo>
                  <a:cubicBezTo>
                    <a:pt x="468" y="10606"/>
                    <a:pt x="1" y="18019"/>
                    <a:pt x="1234" y="28907"/>
                  </a:cubicBezTo>
                  <a:cubicBezTo>
                    <a:pt x="1234" y="28907"/>
                    <a:pt x="1944" y="28931"/>
                    <a:pt x="3165" y="28931"/>
                  </a:cubicBezTo>
                  <a:cubicBezTo>
                    <a:pt x="6336" y="28931"/>
                    <a:pt x="12957" y="28768"/>
                    <a:pt x="19571" y="27601"/>
                  </a:cubicBezTo>
                  <a:cubicBezTo>
                    <a:pt x="19571" y="27601"/>
                    <a:pt x="18769" y="17624"/>
                    <a:pt x="16673" y="9935"/>
                  </a:cubicBezTo>
                  <a:cubicBezTo>
                    <a:pt x="16673" y="9925"/>
                    <a:pt x="15685" y="9881"/>
                    <a:pt x="13927" y="9881"/>
                  </a:cubicBezTo>
                  <a:cubicBezTo>
                    <a:pt x="13582" y="9881"/>
                    <a:pt x="13207" y="9883"/>
                    <a:pt x="12804" y="9887"/>
                  </a:cubicBezTo>
                  <a:cubicBezTo>
                    <a:pt x="12816" y="9396"/>
                    <a:pt x="12816" y="8845"/>
                    <a:pt x="12804" y="8270"/>
                  </a:cubicBezTo>
                  <a:cubicBezTo>
                    <a:pt x="12732" y="5467"/>
                    <a:pt x="12217" y="3479"/>
                    <a:pt x="11295" y="2341"/>
                  </a:cubicBezTo>
                  <a:cubicBezTo>
                    <a:pt x="11044" y="2030"/>
                    <a:pt x="10744" y="1778"/>
                    <a:pt x="10421" y="1599"/>
                  </a:cubicBezTo>
                  <a:cubicBezTo>
                    <a:pt x="10229" y="1311"/>
                    <a:pt x="10026" y="1060"/>
                    <a:pt x="9798" y="844"/>
                  </a:cubicBezTo>
                  <a:cubicBezTo>
                    <a:pt x="9209" y="288"/>
                    <a:pt x="8547" y="1"/>
                    <a:pt x="7813" y="1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9" name="Google Shape;1599;p66"/>
            <p:cNvGrpSpPr/>
            <p:nvPr/>
          </p:nvGrpSpPr>
          <p:grpSpPr>
            <a:xfrm>
              <a:off x="385535" y="2449423"/>
              <a:ext cx="1090123" cy="1569542"/>
              <a:chOff x="2425425" y="3814725"/>
              <a:chExt cx="501875" cy="722625"/>
            </a:xfrm>
          </p:grpSpPr>
          <p:sp>
            <p:nvSpPr>
              <p:cNvPr id="1600" name="Google Shape;1600;p66"/>
              <p:cNvSpPr/>
              <p:nvPr/>
            </p:nvSpPr>
            <p:spPr>
              <a:xfrm>
                <a:off x="2531725" y="3845375"/>
                <a:ext cx="215625" cy="270325"/>
              </a:xfrm>
              <a:custGeom>
                <a:avLst/>
                <a:gdLst/>
                <a:ahLst/>
                <a:cxnLst/>
                <a:rect l="l" t="t" r="r" b="b"/>
                <a:pathLst>
                  <a:path w="8625" h="10813" extrusionOk="0">
                    <a:moveTo>
                      <a:pt x="4779" y="0"/>
                    </a:moveTo>
                    <a:cubicBezTo>
                      <a:pt x="4062" y="0"/>
                      <a:pt x="3422" y="245"/>
                      <a:pt x="2839" y="752"/>
                    </a:cubicBezTo>
                    <a:cubicBezTo>
                      <a:pt x="1749" y="1722"/>
                      <a:pt x="947" y="3627"/>
                      <a:pt x="432" y="6429"/>
                    </a:cubicBezTo>
                    <a:cubicBezTo>
                      <a:pt x="73" y="8453"/>
                      <a:pt x="1" y="10190"/>
                      <a:pt x="1" y="10262"/>
                    </a:cubicBezTo>
                    <a:lnTo>
                      <a:pt x="1234" y="10286"/>
                    </a:lnTo>
                    <a:cubicBezTo>
                      <a:pt x="1294" y="8429"/>
                      <a:pt x="1857" y="3255"/>
                      <a:pt x="3654" y="1662"/>
                    </a:cubicBezTo>
                    <a:cubicBezTo>
                      <a:pt x="3981" y="1377"/>
                      <a:pt x="4345" y="1223"/>
                      <a:pt x="4739" y="1223"/>
                    </a:cubicBezTo>
                    <a:cubicBezTo>
                      <a:pt x="4792" y="1223"/>
                      <a:pt x="4845" y="1225"/>
                      <a:pt x="4899" y="1231"/>
                    </a:cubicBezTo>
                    <a:cubicBezTo>
                      <a:pt x="5366" y="1267"/>
                      <a:pt x="5750" y="1483"/>
                      <a:pt x="6085" y="1890"/>
                    </a:cubicBezTo>
                    <a:cubicBezTo>
                      <a:pt x="7606" y="3758"/>
                      <a:pt x="7403" y="8872"/>
                      <a:pt x="7187" y="10681"/>
                    </a:cubicBezTo>
                    <a:lnTo>
                      <a:pt x="8421" y="10813"/>
                    </a:lnTo>
                    <a:cubicBezTo>
                      <a:pt x="8433" y="10753"/>
                      <a:pt x="8624" y="9064"/>
                      <a:pt x="8564" y="7040"/>
                    </a:cubicBezTo>
                    <a:cubicBezTo>
                      <a:pt x="8492" y="4237"/>
                      <a:pt x="7977" y="2249"/>
                      <a:pt x="7055" y="1111"/>
                    </a:cubicBezTo>
                    <a:cubicBezTo>
                      <a:pt x="6504" y="453"/>
                      <a:pt x="5822" y="81"/>
                      <a:pt x="5019" y="9"/>
                    </a:cubicBezTo>
                    <a:cubicBezTo>
                      <a:pt x="4938" y="3"/>
                      <a:pt x="4858" y="0"/>
                      <a:pt x="47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66"/>
              <p:cNvSpPr/>
              <p:nvPr/>
            </p:nvSpPr>
            <p:spPr>
              <a:xfrm>
                <a:off x="2425425" y="4061750"/>
                <a:ext cx="489300" cy="475600"/>
              </a:xfrm>
              <a:custGeom>
                <a:avLst/>
                <a:gdLst/>
                <a:ahLst/>
                <a:cxnLst/>
                <a:rect l="l" t="t" r="r" b="b"/>
                <a:pathLst>
                  <a:path w="19572" h="19024" extrusionOk="0">
                    <a:moveTo>
                      <a:pt x="14167" y="1"/>
                    </a:moveTo>
                    <a:cubicBezTo>
                      <a:pt x="11402" y="1"/>
                      <a:pt x="6524" y="111"/>
                      <a:pt x="468" y="709"/>
                    </a:cubicBezTo>
                    <a:cubicBezTo>
                      <a:pt x="468" y="709"/>
                      <a:pt x="1" y="8122"/>
                      <a:pt x="1234" y="18998"/>
                    </a:cubicBezTo>
                    <a:cubicBezTo>
                      <a:pt x="1234" y="18998"/>
                      <a:pt x="1983" y="19024"/>
                      <a:pt x="3267" y="19024"/>
                    </a:cubicBezTo>
                    <a:cubicBezTo>
                      <a:pt x="6476" y="19024"/>
                      <a:pt x="13027" y="18859"/>
                      <a:pt x="19571" y="17704"/>
                    </a:cubicBezTo>
                    <a:cubicBezTo>
                      <a:pt x="19571" y="17704"/>
                      <a:pt x="18757" y="7727"/>
                      <a:pt x="16661" y="38"/>
                    </a:cubicBezTo>
                    <a:cubicBezTo>
                      <a:pt x="16670" y="38"/>
                      <a:pt x="15777" y="1"/>
                      <a:pt x="141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66"/>
              <p:cNvSpPr/>
              <p:nvPr/>
            </p:nvSpPr>
            <p:spPr>
              <a:xfrm>
                <a:off x="2441600" y="4086625"/>
                <a:ext cx="392275" cy="26075"/>
              </a:xfrm>
              <a:custGeom>
                <a:avLst/>
                <a:gdLst/>
                <a:ahLst/>
                <a:cxnLst/>
                <a:rect l="l" t="t" r="r" b="b"/>
                <a:pathLst>
                  <a:path w="15691" h="1043" extrusionOk="0">
                    <a:moveTo>
                      <a:pt x="15343" y="1"/>
                    </a:moveTo>
                    <a:cubicBezTo>
                      <a:pt x="15295" y="1"/>
                      <a:pt x="15271" y="25"/>
                      <a:pt x="15271" y="73"/>
                    </a:cubicBezTo>
                    <a:cubicBezTo>
                      <a:pt x="15271" y="121"/>
                      <a:pt x="15295" y="145"/>
                      <a:pt x="15343" y="145"/>
                    </a:cubicBezTo>
                    <a:lnTo>
                      <a:pt x="15619" y="145"/>
                    </a:lnTo>
                    <a:cubicBezTo>
                      <a:pt x="15643" y="145"/>
                      <a:pt x="15679" y="121"/>
                      <a:pt x="15691" y="73"/>
                    </a:cubicBezTo>
                    <a:cubicBezTo>
                      <a:pt x="15691" y="25"/>
                      <a:pt x="15655" y="1"/>
                      <a:pt x="15619" y="1"/>
                    </a:cubicBezTo>
                    <a:close/>
                    <a:moveTo>
                      <a:pt x="14385" y="25"/>
                    </a:moveTo>
                    <a:cubicBezTo>
                      <a:pt x="14337" y="37"/>
                      <a:pt x="14313" y="61"/>
                      <a:pt x="14313" y="97"/>
                    </a:cubicBezTo>
                    <a:cubicBezTo>
                      <a:pt x="14313" y="133"/>
                      <a:pt x="14337" y="157"/>
                      <a:pt x="14385" y="157"/>
                    </a:cubicBezTo>
                    <a:lnTo>
                      <a:pt x="14661" y="157"/>
                    </a:lnTo>
                    <a:cubicBezTo>
                      <a:pt x="14685" y="157"/>
                      <a:pt x="14720" y="133"/>
                      <a:pt x="14732" y="85"/>
                    </a:cubicBezTo>
                    <a:cubicBezTo>
                      <a:pt x="14732" y="61"/>
                      <a:pt x="14697" y="25"/>
                      <a:pt x="14661" y="25"/>
                    </a:cubicBezTo>
                    <a:close/>
                    <a:moveTo>
                      <a:pt x="13415" y="37"/>
                    </a:moveTo>
                    <a:cubicBezTo>
                      <a:pt x="13379" y="37"/>
                      <a:pt x="13355" y="85"/>
                      <a:pt x="13355" y="121"/>
                    </a:cubicBezTo>
                    <a:cubicBezTo>
                      <a:pt x="13355" y="145"/>
                      <a:pt x="13379" y="181"/>
                      <a:pt x="13427" y="181"/>
                    </a:cubicBezTo>
                    <a:lnTo>
                      <a:pt x="13702" y="181"/>
                    </a:lnTo>
                    <a:cubicBezTo>
                      <a:pt x="13726" y="181"/>
                      <a:pt x="13762" y="145"/>
                      <a:pt x="13762" y="97"/>
                    </a:cubicBezTo>
                    <a:cubicBezTo>
                      <a:pt x="13762" y="73"/>
                      <a:pt x="13726" y="37"/>
                      <a:pt x="13678" y="37"/>
                    </a:cubicBezTo>
                    <a:close/>
                    <a:moveTo>
                      <a:pt x="12720" y="61"/>
                    </a:moveTo>
                    <a:lnTo>
                      <a:pt x="12457" y="73"/>
                    </a:lnTo>
                    <a:cubicBezTo>
                      <a:pt x="12421" y="73"/>
                      <a:pt x="12397" y="121"/>
                      <a:pt x="12397" y="145"/>
                    </a:cubicBezTo>
                    <a:cubicBezTo>
                      <a:pt x="12397" y="181"/>
                      <a:pt x="12421" y="205"/>
                      <a:pt x="12469" y="205"/>
                    </a:cubicBezTo>
                    <a:lnTo>
                      <a:pt x="12744" y="205"/>
                    </a:lnTo>
                    <a:cubicBezTo>
                      <a:pt x="12780" y="205"/>
                      <a:pt x="12816" y="181"/>
                      <a:pt x="12804" y="121"/>
                    </a:cubicBezTo>
                    <a:cubicBezTo>
                      <a:pt x="12804" y="85"/>
                      <a:pt x="12768" y="61"/>
                      <a:pt x="12720" y="61"/>
                    </a:cubicBezTo>
                    <a:close/>
                    <a:moveTo>
                      <a:pt x="11762" y="97"/>
                    </a:moveTo>
                    <a:lnTo>
                      <a:pt x="11499" y="121"/>
                    </a:lnTo>
                    <a:cubicBezTo>
                      <a:pt x="11463" y="121"/>
                      <a:pt x="11439" y="145"/>
                      <a:pt x="11439" y="193"/>
                    </a:cubicBezTo>
                    <a:cubicBezTo>
                      <a:pt x="11439" y="217"/>
                      <a:pt x="11463" y="253"/>
                      <a:pt x="11511" y="253"/>
                    </a:cubicBezTo>
                    <a:lnTo>
                      <a:pt x="11786" y="241"/>
                    </a:lnTo>
                    <a:cubicBezTo>
                      <a:pt x="11822" y="241"/>
                      <a:pt x="11858" y="205"/>
                      <a:pt x="11846" y="157"/>
                    </a:cubicBezTo>
                    <a:cubicBezTo>
                      <a:pt x="11846" y="133"/>
                      <a:pt x="11810" y="97"/>
                      <a:pt x="11762" y="97"/>
                    </a:cubicBezTo>
                    <a:close/>
                    <a:moveTo>
                      <a:pt x="10828" y="133"/>
                    </a:moveTo>
                    <a:lnTo>
                      <a:pt x="10552" y="145"/>
                    </a:lnTo>
                    <a:cubicBezTo>
                      <a:pt x="10528" y="145"/>
                      <a:pt x="10493" y="181"/>
                      <a:pt x="10493" y="217"/>
                    </a:cubicBezTo>
                    <a:cubicBezTo>
                      <a:pt x="10493" y="253"/>
                      <a:pt x="10528" y="276"/>
                      <a:pt x="10564" y="276"/>
                    </a:cubicBezTo>
                    <a:lnTo>
                      <a:pt x="10840" y="264"/>
                    </a:lnTo>
                    <a:cubicBezTo>
                      <a:pt x="10864" y="264"/>
                      <a:pt x="10900" y="241"/>
                      <a:pt x="10900" y="193"/>
                    </a:cubicBezTo>
                    <a:cubicBezTo>
                      <a:pt x="10900" y="157"/>
                      <a:pt x="10864" y="133"/>
                      <a:pt x="10828" y="133"/>
                    </a:cubicBezTo>
                    <a:close/>
                    <a:moveTo>
                      <a:pt x="9858" y="181"/>
                    </a:moveTo>
                    <a:lnTo>
                      <a:pt x="9594" y="193"/>
                    </a:lnTo>
                    <a:cubicBezTo>
                      <a:pt x="9570" y="193"/>
                      <a:pt x="9534" y="217"/>
                      <a:pt x="9534" y="264"/>
                    </a:cubicBezTo>
                    <a:cubicBezTo>
                      <a:pt x="9534" y="288"/>
                      <a:pt x="9570" y="324"/>
                      <a:pt x="9606" y="324"/>
                    </a:cubicBezTo>
                    <a:lnTo>
                      <a:pt x="9882" y="312"/>
                    </a:lnTo>
                    <a:cubicBezTo>
                      <a:pt x="9906" y="312"/>
                      <a:pt x="9942" y="276"/>
                      <a:pt x="9942" y="241"/>
                    </a:cubicBezTo>
                    <a:cubicBezTo>
                      <a:pt x="9942" y="205"/>
                      <a:pt x="9906" y="181"/>
                      <a:pt x="9858" y="181"/>
                    </a:cubicBezTo>
                    <a:close/>
                    <a:moveTo>
                      <a:pt x="8900" y="217"/>
                    </a:moveTo>
                    <a:lnTo>
                      <a:pt x="8636" y="241"/>
                    </a:lnTo>
                    <a:cubicBezTo>
                      <a:pt x="8612" y="241"/>
                      <a:pt x="8576" y="264"/>
                      <a:pt x="8576" y="312"/>
                    </a:cubicBezTo>
                    <a:cubicBezTo>
                      <a:pt x="8576" y="336"/>
                      <a:pt x="8624" y="372"/>
                      <a:pt x="8648" y="372"/>
                    </a:cubicBezTo>
                    <a:lnTo>
                      <a:pt x="8924" y="360"/>
                    </a:lnTo>
                    <a:cubicBezTo>
                      <a:pt x="8947" y="360"/>
                      <a:pt x="8983" y="312"/>
                      <a:pt x="8983" y="276"/>
                    </a:cubicBezTo>
                    <a:cubicBezTo>
                      <a:pt x="8983" y="253"/>
                      <a:pt x="8936" y="217"/>
                      <a:pt x="8900" y="217"/>
                    </a:cubicBezTo>
                    <a:close/>
                    <a:moveTo>
                      <a:pt x="7941" y="264"/>
                    </a:moveTo>
                    <a:lnTo>
                      <a:pt x="7678" y="276"/>
                    </a:lnTo>
                    <a:cubicBezTo>
                      <a:pt x="7654" y="276"/>
                      <a:pt x="7618" y="312"/>
                      <a:pt x="7618" y="360"/>
                    </a:cubicBezTo>
                    <a:cubicBezTo>
                      <a:pt x="7618" y="384"/>
                      <a:pt x="7666" y="420"/>
                      <a:pt x="7690" y="420"/>
                    </a:cubicBezTo>
                    <a:lnTo>
                      <a:pt x="7965" y="396"/>
                    </a:lnTo>
                    <a:cubicBezTo>
                      <a:pt x="7989" y="396"/>
                      <a:pt x="8025" y="372"/>
                      <a:pt x="8025" y="324"/>
                    </a:cubicBezTo>
                    <a:cubicBezTo>
                      <a:pt x="8025" y="300"/>
                      <a:pt x="7977" y="264"/>
                      <a:pt x="7941" y="264"/>
                    </a:cubicBezTo>
                    <a:close/>
                    <a:moveTo>
                      <a:pt x="6995" y="324"/>
                    </a:moveTo>
                    <a:lnTo>
                      <a:pt x="6720" y="336"/>
                    </a:lnTo>
                    <a:cubicBezTo>
                      <a:pt x="6696" y="336"/>
                      <a:pt x="6660" y="372"/>
                      <a:pt x="6660" y="420"/>
                    </a:cubicBezTo>
                    <a:cubicBezTo>
                      <a:pt x="6660" y="444"/>
                      <a:pt x="6708" y="480"/>
                      <a:pt x="6732" y="480"/>
                    </a:cubicBezTo>
                    <a:lnTo>
                      <a:pt x="7007" y="456"/>
                    </a:lnTo>
                    <a:cubicBezTo>
                      <a:pt x="7031" y="456"/>
                      <a:pt x="7067" y="432"/>
                      <a:pt x="7067" y="384"/>
                    </a:cubicBezTo>
                    <a:cubicBezTo>
                      <a:pt x="7067" y="360"/>
                      <a:pt x="7019" y="324"/>
                      <a:pt x="6995" y="324"/>
                    </a:cubicBezTo>
                    <a:close/>
                    <a:moveTo>
                      <a:pt x="6025" y="384"/>
                    </a:moveTo>
                    <a:lnTo>
                      <a:pt x="5762" y="396"/>
                    </a:lnTo>
                    <a:cubicBezTo>
                      <a:pt x="5738" y="396"/>
                      <a:pt x="5702" y="432"/>
                      <a:pt x="5702" y="480"/>
                    </a:cubicBezTo>
                    <a:cubicBezTo>
                      <a:pt x="5702" y="504"/>
                      <a:pt x="5750" y="540"/>
                      <a:pt x="5774" y="540"/>
                    </a:cubicBezTo>
                    <a:lnTo>
                      <a:pt x="6049" y="516"/>
                    </a:lnTo>
                    <a:cubicBezTo>
                      <a:pt x="6073" y="516"/>
                      <a:pt x="6109" y="492"/>
                      <a:pt x="6109" y="444"/>
                    </a:cubicBezTo>
                    <a:cubicBezTo>
                      <a:pt x="6109" y="420"/>
                      <a:pt x="6073" y="384"/>
                      <a:pt x="6025" y="384"/>
                    </a:cubicBezTo>
                    <a:close/>
                    <a:moveTo>
                      <a:pt x="5091" y="456"/>
                    </a:moveTo>
                    <a:lnTo>
                      <a:pt x="4815" y="480"/>
                    </a:lnTo>
                    <a:cubicBezTo>
                      <a:pt x="4791" y="480"/>
                      <a:pt x="4756" y="504"/>
                      <a:pt x="4756" y="552"/>
                    </a:cubicBezTo>
                    <a:cubicBezTo>
                      <a:pt x="4756" y="576"/>
                      <a:pt x="4803" y="612"/>
                      <a:pt x="4839" y="612"/>
                    </a:cubicBezTo>
                    <a:lnTo>
                      <a:pt x="5103" y="600"/>
                    </a:lnTo>
                    <a:cubicBezTo>
                      <a:pt x="5127" y="600"/>
                      <a:pt x="5163" y="564"/>
                      <a:pt x="5163" y="516"/>
                    </a:cubicBezTo>
                    <a:cubicBezTo>
                      <a:pt x="5163" y="492"/>
                      <a:pt x="5115" y="456"/>
                      <a:pt x="5091" y="456"/>
                    </a:cubicBezTo>
                    <a:close/>
                    <a:moveTo>
                      <a:pt x="4133" y="540"/>
                    </a:moveTo>
                    <a:lnTo>
                      <a:pt x="3857" y="552"/>
                    </a:lnTo>
                    <a:cubicBezTo>
                      <a:pt x="3833" y="552"/>
                      <a:pt x="3797" y="576"/>
                      <a:pt x="3797" y="624"/>
                    </a:cubicBezTo>
                    <a:cubicBezTo>
                      <a:pt x="3797" y="660"/>
                      <a:pt x="3845" y="684"/>
                      <a:pt x="3881" y="684"/>
                    </a:cubicBezTo>
                    <a:lnTo>
                      <a:pt x="4145" y="672"/>
                    </a:lnTo>
                    <a:cubicBezTo>
                      <a:pt x="4169" y="672"/>
                      <a:pt x="4205" y="636"/>
                      <a:pt x="4205" y="600"/>
                    </a:cubicBezTo>
                    <a:cubicBezTo>
                      <a:pt x="4205" y="564"/>
                      <a:pt x="4157" y="540"/>
                      <a:pt x="4133" y="540"/>
                    </a:cubicBezTo>
                    <a:close/>
                    <a:moveTo>
                      <a:pt x="3175" y="600"/>
                    </a:moveTo>
                    <a:lnTo>
                      <a:pt x="2899" y="624"/>
                    </a:lnTo>
                    <a:cubicBezTo>
                      <a:pt x="2875" y="624"/>
                      <a:pt x="2839" y="660"/>
                      <a:pt x="2839" y="696"/>
                    </a:cubicBezTo>
                    <a:cubicBezTo>
                      <a:pt x="2839" y="732"/>
                      <a:pt x="2887" y="756"/>
                      <a:pt x="2923" y="756"/>
                    </a:cubicBezTo>
                    <a:lnTo>
                      <a:pt x="3187" y="732"/>
                    </a:lnTo>
                    <a:cubicBezTo>
                      <a:pt x="3210" y="732"/>
                      <a:pt x="3246" y="696"/>
                      <a:pt x="3246" y="660"/>
                    </a:cubicBezTo>
                    <a:cubicBezTo>
                      <a:pt x="3246" y="624"/>
                      <a:pt x="3210" y="600"/>
                      <a:pt x="3175" y="600"/>
                    </a:cubicBezTo>
                    <a:close/>
                    <a:moveTo>
                      <a:pt x="2228" y="684"/>
                    </a:moveTo>
                    <a:lnTo>
                      <a:pt x="1953" y="720"/>
                    </a:lnTo>
                    <a:cubicBezTo>
                      <a:pt x="1929" y="720"/>
                      <a:pt x="1905" y="744"/>
                      <a:pt x="1905" y="791"/>
                    </a:cubicBezTo>
                    <a:cubicBezTo>
                      <a:pt x="1917" y="815"/>
                      <a:pt x="1941" y="851"/>
                      <a:pt x="1977" y="851"/>
                    </a:cubicBezTo>
                    <a:lnTo>
                      <a:pt x="2240" y="815"/>
                    </a:lnTo>
                    <a:cubicBezTo>
                      <a:pt x="2276" y="815"/>
                      <a:pt x="2300" y="791"/>
                      <a:pt x="2300" y="744"/>
                    </a:cubicBezTo>
                    <a:cubicBezTo>
                      <a:pt x="2300" y="720"/>
                      <a:pt x="2252" y="684"/>
                      <a:pt x="2228" y="684"/>
                    </a:cubicBezTo>
                    <a:close/>
                    <a:moveTo>
                      <a:pt x="1270" y="780"/>
                    </a:moveTo>
                    <a:lnTo>
                      <a:pt x="1007" y="803"/>
                    </a:lnTo>
                    <a:cubicBezTo>
                      <a:pt x="971" y="803"/>
                      <a:pt x="947" y="839"/>
                      <a:pt x="947" y="875"/>
                    </a:cubicBezTo>
                    <a:cubicBezTo>
                      <a:pt x="959" y="911"/>
                      <a:pt x="983" y="935"/>
                      <a:pt x="1019" y="935"/>
                    </a:cubicBezTo>
                    <a:lnTo>
                      <a:pt x="1282" y="911"/>
                    </a:lnTo>
                    <a:cubicBezTo>
                      <a:pt x="1318" y="911"/>
                      <a:pt x="1342" y="875"/>
                      <a:pt x="1342" y="839"/>
                    </a:cubicBezTo>
                    <a:cubicBezTo>
                      <a:pt x="1342" y="803"/>
                      <a:pt x="1318" y="780"/>
                      <a:pt x="1270" y="780"/>
                    </a:cubicBezTo>
                    <a:close/>
                    <a:moveTo>
                      <a:pt x="324" y="875"/>
                    </a:moveTo>
                    <a:cubicBezTo>
                      <a:pt x="144" y="899"/>
                      <a:pt x="60" y="911"/>
                      <a:pt x="60" y="911"/>
                    </a:cubicBezTo>
                    <a:cubicBezTo>
                      <a:pt x="25" y="911"/>
                      <a:pt x="1" y="935"/>
                      <a:pt x="1" y="983"/>
                    </a:cubicBezTo>
                    <a:cubicBezTo>
                      <a:pt x="13" y="1019"/>
                      <a:pt x="48" y="1043"/>
                      <a:pt x="72" y="1043"/>
                    </a:cubicBezTo>
                    <a:cubicBezTo>
                      <a:pt x="72" y="1043"/>
                      <a:pt x="156" y="1031"/>
                      <a:pt x="348" y="1019"/>
                    </a:cubicBezTo>
                    <a:cubicBezTo>
                      <a:pt x="372" y="1019"/>
                      <a:pt x="408" y="983"/>
                      <a:pt x="408" y="935"/>
                    </a:cubicBezTo>
                    <a:cubicBezTo>
                      <a:pt x="408" y="911"/>
                      <a:pt x="360" y="875"/>
                      <a:pt x="324" y="87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66"/>
              <p:cNvSpPr/>
              <p:nvPr/>
            </p:nvSpPr>
            <p:spPr>
              <a:xfrm>
                <a:off x="2453875" y="4453625"/>
                <a:ext cx="79075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3163" h="2880" extrusionOk="0">
                    <a:moveTo>
                      <a:pt x="80" y="0"/>
                    </a:moveTo>
                    <a:cubicBezTo>
                      <a:pt x="54" y="0"/>
                      <a:pt x="30" y="11"/>
                      <a:pt x="13" y="29"/>
                    </a:cubicBezTo>
                    <a:cubicBezTo>
                      <a:pt x="1" y="65"/>
                      <a:pt x="13" y="113"/>
                      <a:pt x="49" y="125"/>
                    </a:cubicBezTo>
                    <a:cubicBezTo>
                      <a:pt x="61" y="125"/>
                      <a:pt x="132" y="173"/>
                      <a:pt x="288" y="256"/>
                    </a:cubicBezTo>
                    <a:cubicBezTo>
                      <a:pt x="300" y="268"/>
                      <a:pt x="312" y="268"/>
                      <a:pt x="336" y="268"/>
                    </a:cubicBezTo>
                    <a:cubicBezTo>
                      <a:pt x="348" y="268"/>
                      <a:pt x="372" y="256"/>
                      <a:pt x="360" y="232"/>
                    </a:cubicBezTo>
                    <a:cubicBezTo>
                      <a:pt x="396" y="197"/>
                      <a:pt x="372" y="149"/>
                      <a:pt x="348" y="137"/>
                    </a:cubicBezTo>
                    <a:cubicBezTo>
                      <a:pt x="192" y="53"/>
                      <a:pt x="108" y="5"/>
                      <a:pt x="108" y="5"/>
                    </a:cubicBezTo>
                    <a:cubicBezTo>
                      <a:pt x="99" y="2"/>
                      <a:pt x="89" y="0"/>
                      <a:pt x="80" y="0"/>
                    </a:cubicBezTo>
                    <a:close/>
                    <a:moveTo>
                      <a:pt x="887" y="536"/>
                    </a:moveTo>
                    <a:cubicBezTo>
                      <a:pt x="865" y="536"/>
                      <a:pt x="846" y="542"/>
                      <a:pt x="839" y="556"/>
                    </a:cubicBezTo>
                    <a:cubicBezTo>
                      <a:pt x="827" y="592"/>
                      <a:pt x="827" y="628"/>
                      <a:pt x="851" y="652"/>
                    </a:cubicBezTo>
                    <a:cubicBezTo>
                      <a:pt x="911" y="688"/>
                      <a:pt x="995" y="747"/>
                      <a:pt x="1067" y="807"/>
                    </a:cubicBezTo>
                    <a:cubicBezTo>
                      <a:pt x="1079" y="831"/>
                      <a:pt x="1091" y="831"/>
                      <a:pt x="1115" y="831"/>
                    </a:cubicBezTo>
                    <a:cubicBezTo>
                      <a:pt x="1127" y="807"/>
                      <a:pt x="1150" y="807"/>
                      <a:pt x="1174" y="795"/>
                    </a:cubicBezTo>
                    <a:cubicBezTo>
                      <a:pt x="1186" y="771"/>
                      <a:pt x="1186" y="736"/>
                      <a:pt x="1150" y="712"/>
                    </a:cubicBezTo>
                    <a:cubicBezTo>
                      <a:pt x="1079" y="652"/>
                      <a:pt x="1007" y="592"/>
                      <a:pt x="935" y="544"/>
                    </a:cubicBezTo>
                    <a:cubicBezTo>
                      <a:pt x="920" y="539"/>
                      <a:pt x="903" y="536"/>
                      <a:pt x="887" y="536"/>
                    </a:cubicBezTo>
                    <a:close/>
                    <a:moveTo>
                      <a:pt x="1652" y="1137"/>
                    </a:moveTo>
                    <a:cubicBezTo>
                      <a:pt x="1636" y="1137"/>
                      <a:pt x="1618" y="1143"/>
                      <a:pt x="1606" y="1155"/>
                    </a:cubicBezTo>
                    <a:cubicBezTo>
                      <a:pt x="1570" y="1167"/>
                      <a:pt x="1570" y="1215"/>
                      <a:pt x="1606" y="1251"/>
                    </a:cubicBezTo>
                    <a:cubicBezTo>
                      <a:pt x="1665" y="1310"/>
                      <a:pt x="1725" y="1370"/>
                      <a:pt x="1797" y="1430"/>
                    </a:cubicBezTo>
                    <a:cubicBezTo>
                      <a:pt x="1809" y="1442"/>
                      <a:pt x="1821" y="1442"/>
                      <a:pt x="1845" y="1442"/>
                    </a:cubicBezTo>
                    <a:cubicBezTo>
                      <a:pt x="1857" y="1442"/>
                      <a:pt x="1869" y="1430"/>
                      <a:pt x="1905" y="1430"/>
                    </a:cubicBezTo>
                    <a:cubicBezTo>
                      <a:pt x="1929" y="1406"/>
                      <a:pt x="1929" y="1370"/>
                      <a:pt x="1905" y="1334"/>
                    </a:cubicBezTo>
                    <a:cubicBezTo>
                      <a:pt x="1833" y="1274"/>
                      <a:pt x="1749" y="1215"/>
                      <a:pt x="1689" y="1155"/>
                    </a:cubicBezTo>
                    <a:cubicBezTo>
                      <a:pt x="1683" y="1143"/>
                      <a:pt x="1668" y="1137"/>
                      <a:pt x="1652" y="1137"/>
                    </a:cubicBezTo>
                    <a:close/>
                    <a:moveTo>
                      <a:pt x="2311" y="1795"/>
                    </a:moveTo>
                    <a:cubicBezTo>
                      <a:pt x="2294" y="1795"/>
                      <a:pt x="2276" y="1801"/>
                      <a:pt x="2264" y="1813"/>
                    </a:cubicBezTo>
                    <a:cubicBezTo>
                      <a:pt x="2228" y="1825"/>
                      <a:pt x="2228" y="1873"/>
                      <a:pt x="2264" y="1909"/>
                    </a:cubicBezTo>
                    <a:cubicBezTo>
                      <a:pt x="2324" y="1969"/>
                      <a:pt x="2384" y="2029"/>
                      <a:pt x="2444" y="2101"/>
                    </a:cubicBezTo>
                    <a:cubicBezTo>
                      <a:pt x="2456" y="2125"/>
                      <a:pt x="2492" y="2125"/>
                      <a:pt x="2504" y="2125"/>
                    </a:cubicBezTo>
                    <a:cubicBezTo>
                      <a:pt x="2516" y="2125"/>
                      <a:pt x="2528" y="2113"/>
                      <a:pt x="2528" y="2113"/>
                    </a:cubicBezTo>
                    <a:cubicBezTo>
                      <a:pt x="2552" y="2101"/>
                      <a:pt x="2564" y="2053"/>
                      <a:pt x="2528" y="2029"/>
                    </a:cubicBezTo>
                    <a:cubicBezTo>
                      <a:pt x="2468" y="1945"/>
                      <a:pt x="2408" y="1873"/>
                      <a:pt x="2348" y="1813"/>
                    </a:cubicBezTo>
                    <a:cubicBezTo>
                      <a:pt x="2342" y="1801"/>
                      <a:pt x="2327" y="1795"/>
                      <a:pt x="2311" y="1795"/>
                    </a:cubicBezTo>
                    <a:close/>
                    <a:moveTo>
                      <a:pt x="2931" y="2519"/>
                    </a:moveTo>
                    <a:cubicBezTo>
                      <a:pt x="2916" y="2519"/>
                      <a:pt x="2901" y="2523"/>
                      <a:pt x="2887" y="2532"/>
                    </a:cubicBezTo>
                    <a:cubicBezTo>
                      <a:pt x="2863" y="2544"/>
                      <a:pt x="2851" y="2592"/>
                      <a:pt x="2875" y="2628"/>
                    </a:cubicBezTo>
                    <a:cubicBezTo>
                      <a:pt x="2935" y="2700"/>
                      <a:pt x="2983" y="2772"/>
                      <a:pt x="3043" y="2843"/>
                    </a:cubicBezTo>
                    <a:cubicBezTo>
                      <a:pt x="3055" y="2867"/>
                      <a:pt x="3091" y="2879"/>
                      <a:pt x="3103" y="2879"/>
                    </a:cubicBezTo>
                    <a:cubicBezTo>
                      <a:pt x="3115" y="2879"/>
                      <a:pt x="3127" y="2879"/>
                      <a:pt x="3127" y="2867"/>
                    </a:cubicBezTo>
                    <a:cubicBezTo>
                      <a:pt x="3163" y="2843"/>
                      <a:pt x="3163" y="2808"/>
                      <a:pt x="3151" y="2772"/>
                    </a:cubicBezTo>
                    <a:cubicBezTo>
                      <a:pt x="3091" y="2700"/>
                      <a:pt x="3043" y="2628"/>
                      <a:pt x="2983" y="2544"/>
                    </a:cubicBezTo>
                    <a:cubicBezTo>
                      <a:pt x="2976" y="2529"/>
                      <a:pt x="2954" y="2519"/>
                      <a:pt x="2931" y="251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66"/>
              <p:cNvSpPr/>
              <p:nvPr/>
            </p:nvSpPr>
            <p:spPr>
              <a:xfrm>
                <a:off x="2836850" y="4429250"/>
                <a:ext cx="62900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2516" h="3244" extrusionOk="0">
                    <a:moveTo>
                      <a:pt x="2438" y="0"/>
                    </a:moveTo>
                    <a:cubicBezTo>
                      <a:pt x="2428" y="0"/>
                      <a:pt x="2418" y="3"/>
                      <a:pt x="2408" y="10"/>
                    </a:cubicBezTo>
                    <a:cubicBezTo>
                      <a:pt x="2348" y="34"/>
                      <a:pt x="2276" y="70"/>
                      <a:pt x="2204" y="94"/>
                    </a:cubicBezTo>
                    <a:cubicBezTo>
                      <a:pt x="2168" y="106"/>
                      <a:pt x="2156" y="153"/>
                      <a:pt x="2168" y="189"/>
                    </a:cubicBezTo>
                    <a:cubicBezTo>
                      <a:pt x="2168" y="213"/>
                      <a:pt x="2204" y="225"/>
                      <a:pt x="2228" y="225"/>
                    </a:cubicBezTo>
                    <a:cubicBezTo>
                      <a:pt x="2228" y="225"/>
                      <a:pt x="2233" y="220"/>
                      <a:pt x="2237" y="220"/>
                    </a:cubicBezTo>
                    <a:cubicBezTo>
                      <a:pt x="2239" y="220"/>
                      <a:pt x="2240" y="221"/>
                      <a:pt x="2240" y="225"/>
                    </a:cubicBezTo>
                    <a:cubicBezTo>
                      <a:pt x="2324" y="201"/>
                      <a:pt x="2384" y="165"/>
                      <a:pt x="2456" y="142"/>
                    </a:cubicBezTo>
                    <a:cubicBezTo>
                      <a:pt x="2504" y="130"/>
                      <a:pt x="2516" y="82"/>
                      <a:pt x="2504" y="46"/>
                    </a:cubicBezTo>
                    <a:cubicBezTo>
                      <a:pt x="2486" y="20"/>
                      <a:pt x="2463" y="0"/>
                      <a:pt x="2438" y="0"/>
                    </a:cubicBezTo>
                    <a:close/>
                    <a:moveTo>
                      <a:pt x="1622" y="452"/>
                    </a:moveTo>
                    <a:cubicBezTo>
                      <a:pt x="1608" y="452"/>
                      <a:pt x="1594" y="456"/>
                      <a:pt x="1581" y="465"/>
                    </a:cubicBezTo>
                    <a:cubicBezTo>
                      <a:pt x="1509" y="525"/>
                      <a:pt x="1450" y="585"/>
                      <a:pt x="1378" y="645"/>
                    </a:cubicBezTo>
                    <a:cubicBezTo>
                      <a:pt x="1342" y="669"/>
                      <a:pt x="1342" y="704"/>
                      <a:pt x="1378" y="740"/>
                    </a:cubicBezTo>
                    <a:cubicBezTo>
                      <a:pt x="1390" y="752"/>
                      <a:pt x="1426" y="752"/>
                      <a:pt x="1438" y="752"/>
                    </a:cubicBezTo>
                    <a:cubicBezTo>
                      <a:pt x="1446" y="752"/>
                      <a:pt x="1454" y="747"/>
                      <a:pt x="1454" y="747"/>
                    </a:cubicBezTo>
                    <a:lnTo>
                      <a:pt x="1454" y="747"/>
                    </a:lnTo>
                    <a:cubicBezTo>
                      <a:pt x="1455" y="747"/>
                      <a:pt x="1454" y="748"/>
                      <a:pt x="1450" y="752"/>
                    </a:cubicBezTo>
                    <a:cubicBezTo>
                      <a:pt x="1521" y="680"/>
                      <a:pt x="1581" y="633"/>
                      <a:pt x="1665" y="573"/>
                    </a:cubicBezTo>
                    <a:cubicBezTo>
                      <a:pt x="1689" y="561"/>
                      <a:pt x="1701" y="513"/>
                      <a:pt x="1677" y="489"/>
                    </a:cubicBezTo>
                    <a:cubicBezTo>
                      <a:pt x="1669" y="466"/>
                      <a:pt x="1647" y="452"/>
                      <a:pt x="1622" y="452"/>
                    </a:cubicBezTo>
                    <a:close/>
                    <a:moveTo>
                      <a:pt x="975" y="1131"/>
                    </a:moveTo>
                    <a:cubicBezTo>
                      <a:pt x="959" y="1131"/>
                      <a:pt x="942" y="1140"/>
                      <a:pt x="923" y="1160"/>
                    </a:cubicBezTo>
                    <a:cubicBezTo>
                      <a:pt x="863" y="1231"/>
                      <a:pt x="803" y="1303"/>
                      <a:pt x="767" y="1387"/>
                    </a:cubicBezTo>
                    <a:cubicBezTo>
                      <a:pt x="731" y="1411"/>
                      <a:pt x="743" y="1459"/>
                      <a:pt x="779" y="1471"/>
                    </a:cubicBezTo>
                    <a:cubicBezTo>
                      <a:pt x="791" y="1483"/>
                      <a:pt x="803" y="1483"/>
                      <a:pt x="827" y="1483"/>
                    </a:cubicBezTo>
                    <a:cubicBezTo>
                      <a:pt x="839" y="1483"/>
                      <a:pt x="863" y="1471"/>
                      <a:pt x="887" y="1459"/>
                    </a:cubicBezTo>
                    <a:cubicBezTo>
                      <a:pt x="923" y="1387"/>
                      <a:pt x="971" y="1303"/>
                      <a:pt x="1030" y="1231"/>
                    </a:cubicBezTo>
                    <a:cubicBezTo>
                      <a:pt x="1042" y="1207"/>
                      <a:pt x="1042" y="1172"/>
                      <a:pt x="1018" y="1148"/>
                    </a:cubicBezTo>
                    <a:cubicBezTo>
                      <a:pt x="1002" y="1137"/>
                      <a:pt x="989" y="1131"/>
                      <a:pt x="975" y="1131"/>
                    </a:cubicBezTo>
                    <a:close/>
                    <a:moveTo>
                      <a:pt x="494" y="1946"/>
                    </a:moveTo>
                    <a:cubicBezTo>
                      <a:pt x="470" y="1946"/>
                      <a:pt x="441" y="1959"/>
                      <a:pt x="432" y="1986"/>
                    </a:cubicBezTo>
                    <a:cubicBezTo>
                      <a:pt x="384" y="2070"/>
                      <a:pt x="336" y="2166"/>
                      <a:pt x="312" y="2238"/>
                    </a:cubicBezTo>
                    <a:cubicBezTo>
                      <a:pt x="300" y="2261"/>
                      <a:pt x="312" y="2309"/>
                      <a:pt x="336" y="2321"/>
                    </a:cubicBezTo>
                    <a:lnTo>
                      <a:pt x="372" y="2321"/>
                    </a:lnTo>
                    <a:cubicBezTo>
                      <a:pt x="408" y="2321"/>
                      <a:pt x="420" y="2309"/>
                      <a:pt x="444" y="2273"/>
                    </a:cubicBezTo>
                    <a:cubicBezTo>
                      <a:pt x="479" y="2202"/>
                      <a:pt x="503" y="2130"/>
                      <a:pt x="551" y="2046"/>
                    </a:cubicBezTo>
                    <a:cubicBezTo>
                      <a:pt x="563" y="2010"/>
                      <a:pt x="551" y="1962"/>
                      <a:pt x="515" y="1950"/>
                    </a:cubicBezTo>
                    <a:cubicBezTo>
                      <a:pt x="509" y="1947"/>
                      <a:pt x="502" y="1946"/>
                      <a:pt x="494" y="1946"/>
                    </a:cubicBezTo>
                    <a:close/>
                    <a:moveTo>
                      <a:pt x="144" y="2845"/>
                    </a:moveTo>
                    <a:cubicBezTo>
                      <a:pt x="108" y="2845"/>
                      <a:pt x="82" y="2867"/>
                      <a:pt x="72" y="2896"/>
                    </a:cubicBezTo>
                    <a:cubicBezTo>
                      <a:pt x="12" y="3052"/>
                      <a:pt x="0" y="3160"/>
                      <a:pt x="0" y="3160"/>
                    </a:cubicBezTo>
                    <a:cubicBezTo>
                      <a:pt x="0" y="3196"/>
                      <a:pt x="24" y="3244"/>
                      <a:pt x="60" y="3244"/>
                    </a:cubicBezTo>
                    <a:lnTo>
                      <a:pt x="72" y="3244"/>
                    </a:lnTo>
                    <a:cubicBezTo>
                      <a:pt x="108" y="3244"/>
                      <a:pt x="132" y="3208"/>
                      <a:pt x="144" y="3196"/>
                    </a:cubicBezTo>
                    <a:cubicBezTo>
                      <a:pt x="144" y="3196"/>
                      <a:pt x="168" y="3100"/>
                      <a:pt x="204" y="2944"/>
                    </a:cubicBezTo>
                    <a:cubicBezTo>
                      <a:pt x="228" y="2896"/>
                      <a:pt x="192" y="2860"/>
                      <a:pt x="168" y="2848"/>
                    </a:cubicBezTo>
                    <a:cubicBezTo>
                      <a:pt x="160" y="2846"/>
                      <a:pt x="151" y="2845"/>
                      <a:pt x="144" y="28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66"/>
              <p:cNvSpPr/>
              <p:nvPr/>
            </p:nvSpPr>
            <p:spPr>
              <a:xfrm>
                <a:off x="2516150" y="4159100"/>
                <a:ext cx="267425" cy="230875"/>
              </a:xfrm>
              <a:custGeom>
                <a:avLst/>
                <a:gdLst/>
                <a:ahLst/>
                <a:cxnLst/>
                <a:rect l="l" t="t" r="r" b="b"/>
                <a:pathLst>
                  <a:path w="10697" h="9235" extrusionOk="0">
                    <a:moveTo>
                      <a:pt x="9187" y="72"/>
                    </a:moveTo>
                    <a:lnTo>
                      <a:pt x="8924" y="96"/>
                    </a:lnTo>
                    <a:cubicBezTo>
                      <a:pt x="8888" y="96"/>
                      <a:pt x="8864" y="120"/>
                      <a:pt x="8864" y="168"/>
                    </a:cubicBezTo>
                    <a:cubicBezTo>
                      <a:pt x="8864" y="192"/>
                      <a:pt x="8900" y="228"/>
                      <a:pt x="8936" y="228"/>
                    </a:cubicBezTo>
                    <a:lnTo>
                      <a:pt x="9199" y="216"/>
                    </a:lnTo>
                    <a:cubicBezTo>
                      <a:pt x="9235" y="216"/>
                      <a:pt x="9259" y="180"/>
                      <a:pt x="9259" y="132"/>
                    </a:cubicBezTo>
                    <a:cubicBezTo>
                      <a:pt x="9259" y="108"/>
                      <a:pt x="9235" y="72"/>
                      <a:pt x="9187" y="72"/>
                    </a:cubicBezTo>
                    <a:close/>
                    <a:moveTo>
                      <a:pt x="10014" y="0"/>
                    </a:moveTo>
                    <a:lnTo>
                      <a:pt x="9858" y="12"/>
                    </a:lnTo>
                    <a:cubicBezTo>
                      <a:pt x="9834" y="12"/>
                      <a:pt x="9798" y="48"/>
                      <a:pt x="9798" y="96"/>
                    </a:cubicBezTo>
                    <a:cubicBezTo>
                      <a:pt x="9798" y="120"/>
                      <a:pt x="9846" y="156"/>
                      <a:pt x="9870" y="156"/>
                    </a:cubicBezTo>
                    <a:lnTo>
                      <a:pt x="9966" y="156"/>
                    </a:lnTo>
                    <a:cubicBezTo>
                      <a:pt x="9966" y="168"/>
                      <a:pt x="9978" y="192"/>
                      <a:pt x="9978" y="216"/>
                    </a:cubicBezTo>
                    <a:cubicBezTo>
                      <a:pt x="10002" y="252"/>
                      <a:pt x="10026" y="276"/>
                      <a:pt x="10062" y="276"/>
                    </a:cubicBezTo>
                    <a:cubicBezTo>
                      <a:pt x="10122" y="252"/>
                      <a:pt x="10134" y="228"/>
                      <a:pt x="10122" y="180"/>
                    </a:cubicBezTo>
                    <a:cubicBezTo>
                      <a:pt x="10098" y="132"/>
                      <a:pt x="10098" y="108"/>
                      <a:pt x="10086" y="60"/>
                    </a:cubicBezTo>
                    <a:cubicBezTo>
                      <a:pt x="10074" y="12"/>
                      <a:pt x="10038" y="0"/>
                      <a:pt x="10014" y="0"/>
                    </a:cubicBezTo>
                    <a:close/>
                    <a:moveTo>
                      <a:pt x="8229" y="132"/>
                    </a:moveTo>
                    <a:lnTo>
                      <a:pt x="7966" y="156"/>
                    </a:lnTo>
                    <a:cubicBezTo>
                      <a:pt x="7930" y="156"/>
                      <a:pt x="7906" y="180"/>
                      <a:pt x="7906" y="228"/>
                    </a:cubicBezTo>
                    <a:cubicBezTo>
                      <a:pt x="7906" y="252"/>
                      <a:pt x="7942" y="288"/>
                      <a:pt x="7978" y="288"/>
                    </a:cubicBezTo>
                    <a:lnTo>
                      <a:pt x="8241" y="276"/>
                    </a:lnTo>
                    <a:cubicBezTo>
                      <a:pt x="8277" y="276"/>
                      <a:pt x="8301" y="240"/>
                      <a:pt x="8301" y="192"/>
                    </a:cubicBezTo>
                    <a:cubicBezTo>
                      <a:pt x="8301" y="168"/>
                      <a:pt x="8265" y="132"/>
                      <a:pt x="8229" y="132"/>
                    </a:cubicBezTo>
                    <a:close/>
                    <a:moveTo>
                      <a:pt x="7271" y="216"/>
                    </a:moveTo>
                    <a:lnTo>
                      <a:pt x="7008" y="228"/>
                    </a:lnTo>
                    <a:cubicBezTo>
                      <a:pt x="6972" y="228"/>
                      <a:pt x="6948" y="252"/>
                      <a:pt x="6948" y="300"/>
                    </a:cubicBezTo>
                    <a:cubicBezTo>
                      <a:pt x="6948" y="336"/>
                      <a:pt x="6984" y="360"/>
                      <a:pt x="7019" y="360"/>
                    </a:cubicBezTo>
                    <a:lnTo>
                      <a:pt x="7283" y="348"/>
                    </a:lnTo>
                    <a:cubicBezTo>
                      <a:pt x="7319" y="348"/>
                      <a:pt x="7343" y="312"/>
                      <a:pt x="7343" y="276"/>
                    </a:cubicBezTo>
                    <a:cubicBezTo>
                      <a:pt x="7343" y="240"/>
                      <a:pt x="7319" y="216"/>
                      <a:pt x="7271" y="216"/>
                    </a:cubicBezTo>
                    <a:close/>
                    <a:moveTo>
                      <a:pt x="6313" y="288"/>
                    </a:moveTo>
                    <a:lnTo>
                      <a:pt x="6049" y="300"/>
                    </a:lnTo>
                    <a:cubicBezTo>
                      <a:pt x="6013" y="300"/>
                      <a:pt x="5989" y="336"/>
                      <a:pt x="5989" y="372"/>
                    </a:cubicBezTo>
                    <a:cubicBezTo>
                      <a:pt x="5989" y="408"/>
                      <a:pt x="6025" y="432"/>
                      <a:pt x="6061" y="432"/>
                    </a:cubicBezTo>
                    <a:lnTo>
                      <a:pt x="6325" y="420"/>
                    </a:lnTo>
                    <a:cubicBezTo>
                      <a:pt x="6361" y="420"/>
                      <a:pt x="6385" y="384"/>
                      <a:pt x="6385" y="348"/>
                    </a:cubicBezTo>
                    <a:cubicBezTo>
                      <a:pt x="6385" y="312"/>
                      <a:pt x="6361" y="288"/>
                      <a:pt x="6313" y="288"/>
                    </a:cubicBezTo>
                    <a:close/>
                    <a:moveTo>
                      <a:pt x="5367" y="348"/>
                    </a:moveTo>
                    <a:lnTo>
                      <a:pt x="5103" y="372"/>
                    </a:lnTo>
                    <a:cubicBezTo>
                      <a:pt x="5067" y="372"/>
                      <a:pt x="5043" y="408"/>
                      <a:pt x="5043" y="456"/>
                    </a:cubicBezTo>
                    <a:cubicBezTo>
                      <a:pt x="5043" y="480"/>
                      <a:pt x="5079" y="515"/>
                      <a:pt x="5115" y="515"/>
                    </a:cubicBezTo>
                    <a:lnTo>
                      <a:pt x="5379" y="480"/>
                    </a:lnTo>
                    <a:cubicBezTo>
                      <a:pt x="5415" y="480"/>
                      <a:pt x="5439" y="444"/>
                      <a:pt x="5439" y="408"/>
                    </a:cubicBezTo>
                    <a:cubicBezTo>
                      <a:pt x="5439" y="372"/>
                      <a:pt x="5415" y="348"/>
                      <a:pt x="5367" y="348"/>
                    </a:cubicBezTo>
                    <a:close/>
                    <a:moveTo>
                      <a:pt x="4408" y="432"/>
                    </a:moveTo>
                    <a:lnTo>
                      <a:pt x="4145" y="468"/>
                    </a:lnTo>
                    <a:cubicBezTo>
                      <a:pt x="4109" y="468"/>
                      <a:pt x="4085" y="492"/>
                      <a:pt x="4085" y="539"/>
                    </a:cubicBezTo>
                    <a:cubicBezTo>
                      <a:pt x="4097" y="575"/>
                      <a:pt x="4121" y="599"/>
                      <a:pt x="4157" y="599"/>
                    </a:cubicBezTo>
                    <a:lnTo>
                      <a:pt x="4420" y="575"/>
                    </a:lnTo>
                    <a:cubicBezTo>
                      <a:pt x="4456" y="575"/>
                      <a:pt x="4480" y="539"/>
                      <a:pt x="4480" y="492"/>
                    </a:cubicBezTo>
                    <a:cubicBezTo>
                      <a:pt x="4480" y="468"/>
                      <a:pt x="4456" y="432"/>
                      <a:pt x="4408" y="432"/>
                    </a:cubicBezTo>
                    <a:close/>
                    <a:moveTo>
                      <a:pt x="3450" y="539"/>
                    </a:moveTo>
                    <a:lnTo>
                      <a:pt x="3187" y="575"/>
                    </a:lnTo>
                    <a:cubicBezTo>
                      <a:pt x="3151" y="575"/>
                      <a:pt x="3127" y="599"/>
                      <a:pt x="3127" y="647"/>
                    </a:cubicBezTo>
                    <a:cubicBezTo>
                      <a:pt x="3139" y="671"/>
                      <a:pt x="3163" y="707"/>
                      <a:pt x="3199" y="707"/>
                    </a:cubicBezTo>
                    <a:lnTo>
                      <a:pt x="3462" y="671"/>
                    </a:lnTo>
                    <a:cubicBezTo>
                      <a:pt x="3498" y="671"/>
                      <a:pt x="3522" y="647"/>
                      <a:pt x="3522" y="599"/>
                    </a:cubicBezTo>
                    <a:cubicBezTo>
                      <a:pt x="3522" y="575"/>
                      <a:pt x="3498" y="539"/>
                      <a:pt x="3450" y="539"/>
                    </a:cubicBezTo>
                    <a:close/>
                    <a:moveTo>
                      <a:pt x="2516" y="647"/>
                    </a:moveTo>
                    <a:lnTo>
                      <a:pt x="2241" y="671"/>
                    </a:lnTo>
                    <a:cubicBezTo>
                      <a:pt x="2193" y="671"/>
                      <a:pt x="2181" y="707"/>
                      <a:pt x="2181" y="755"/>
                    </a:cubicBezTo>
                    <a:cubicBezTo>
                      <a:pt x="2193" y="779"/>
                      <a:pt x="2229" y="815"/>
                      <a:pt x="2253" y="815"/>
                    </a:cubicBezTo>
                    <a:lnTo>
                      <a:pt x="2528" y="779"/>
                    </a:lnTo>
                    <a:cubicBezTo>
                      <a:pt x="2552" y="779"/>
                      <a:pt x="2588" y="731"/>
                      <a:pt x="2588" y="707"/>
                    </a:cubicBezTo>
                    <a:cubicBezTo>
                      <a:pt x="2588" y="671"/>
                      <a:pt x="2540" y="647"/>
                      <a:pt x="2516" y="647"/>
                    </a:cubicBezTo>
                    <a:close/>
                    <a:moveTo>
                      <a:pt x="1546" y="767"/>
                    </a:moveTo>
                    <a:lnTo>
                      <a:pt x="1282" y="791"/>
                    </a:lnTo>
                    <a:cubicBezTo>
                      <a:pt x="1235" y="791"/>
                      <a:pt x="1223" y="827"/>
                      <a:pt x="1223" y="875"/>
                    </a:cubicBezTo>
                    <a:cubicBezTo>
                      <a:pt x="1235" y="899"/>
                      <a:pt x="1270" y="935"/>
                      <a:pt x="1294" y="935"/>
                    </a:cubicBezTo>
                    <a:lnTo>
                      <a:pt x="1570" y="899"/>
                    </a:lnTo>
                    <a:cubicBezTo>
                      <a:pt x="1606" y="899"/>
                      <a:pt x="1630" y="875"/>
                      <a:pt x="1630" y="827"/>
                    </a:cubicBezTo>
                    <a:cubicBezTo>
                      <a:pt x="1630" y="779"/>
                      <a:pt x="1582" y="767"/>
                      <a:pt x="1546" y="767"/>
                    </a:cubicBezTo>
                    <a:close/>
                    <a:moveTo>
                      <a:pt x="612" y="887"/>
                    </a:moveTo>
                    <a:lnTo>
                      <a:pt x="336" y="935"/>
                    </a:lnTo>
                    <a:cubicBezTo>
                      <a:pt x="300" y="935"/>
                      <a:pt x="276" y="971"/>
                      <a:pt x="276" y="1007"/>
                    </a:cubicBezTo>
                    <a:cubicBezTo>
                      <a:pt x="300" y="1030"/>
                      <a:pt x="324" y="1066"/>
                      <a:pt x="360" y="1066"/>
                    </a:cubicBezTo>
                    <a:lnTo>
                      <a:pt x="624" y="1019"/>
                    </a:lnTo>
                    <a:cubicBezTo>
                      <a:pt x="672" y="1019"/>
                      <a:pt x="684" y="971"/>
                      <a:pt x="684" y="947"/>
                    </a:cubicBezTo>
                    <a:cubicBezTo>
                      <a:pt x="684" y="899"/>
                      <a:pt x="636" y="887"/>
                      <a:pt x="612" y="887"/>
                    </a:cubicBezTo>
                    <a:close/>
                    <a:moveTo>
                      <a:pt x="10157" y="815"/>
                    </a:moveTo>
                    <a:cubicBezTo>
                      <a:pt x="10122" y="815"/>
                      <a:pt x="10098" y="851"/>
                      <a:pt x="10098" y="887"/>
                    </a:cubicBezTo>
                    <a:lnTo>
                      <a:pt x="10146" y="1150"/>
                    </a:lnTo>
                    <a:cubicBezTo>
                      <a:pt x="10157" y="1186"/>
                      <a:pt x="10193" y="1210"/>
                      <a:pt x="10217" y="1210"/>
                    </a:cubicBezTo>
                    <a:cubicBezTo>
                      <a:pt x="10265" y="1210"/>
                      <a:pt x="10301" y="1174"/>
                      <a:pt x="10277" y="1138"/>
                    </a:cubicBezTo>
                    <a:lnTo>
                      <a:pt x="10241" y="875"/>
                    </a:lnTo>
                    <a:cubicBezTo>
                      <a:pt x="10241" y="827"/>
                      <a:pt x="10193" y="815"/>
                      <a:pt x="10157" y="815"/>
                    </a:cubicBezTo>
                    <a:close/>
                    <a:moveTo>
                      <a:pt x="73" y="959"/>
                    </a:moveTo>
                    <a:cubicBezTo>
                      <a:pt x="25" y="971"/>
                      <a:pt x="1" y="995"/>
                      <a:pt x="1" y="1030"/>
                    </a:cubicBezTo>
                    <a:lnTo>
                      <a:pt x="1" y="1306"/>
                    </a:lnTo>
                    <a:cubicBezTo>
                      <a:pt x="1" y="1354"/>
                      <a:pt x="25" y="1378"/>
                      <a:pt x="73" y="1378"/>
                    </a:cubicBezTo>
                    <a:cubicBezTo>
                      <a:pt x="97" y="1378"/>
                      <a:pt x="133" y="1354"/>
                      <a:pt x="145" y="1306"/>
                    </a:cubicBezTo>
                    <a:lnTo>
                      <a:pt x="145" y="1030"/>
                    </a:lnTo>
                    <a:cubicBezTo>
                      <a:pt x="145" y="995"/>
                      <a:pt x="121" y="959"/>
                      <a:pt x="73" y="959"/>
                    </a:cubicBezTo>
                    <a:close/>
                    <a:moveTo>
                      <a:pt x="10301" y="1749"/>
                    </a:moveTo>
                    <a:cubicBezTo>
                      <a:pt x="10265" y="1749"/>
                      <a:pt x="10241" y="1785"/>
                      <a:pt x="10241" y="1833"/>
                    </a:cubicBezTo>
                    <a:cubicBezTo>
                      <a:pt x="10253" y="1917"/>
                      <a:pt x="10253" y="2013"/>
                      <a:pt x="10265" y="2096"/>
                    </a:cubicBezTo>
                    <a:cubicBezTo>
                      <a:pt x="10277" y="2132"/>
                      <a:pt x="10313" y="2156"/>
                      <a:pt x="10337" y="2156"/>
                    </a:cubicBezTo>
                    <a:cubicBezTo>
                      <a:pt x="10385" y="2156"/>
                      <a:pt x="10421" y="2132"/>
                      <a:pt x="10397" y="2084"/>
                    </a:cubicBezTo>
                    <a:cubicBezTo>
                      <a:pt x="10385" y="1989"/>
                      <a:pt x="10385" y="1905"/>
                      <a:pt x="10373" y="1809"/>
                    </a:cubicBezTo>
                    <a:cubicBezTo>
                      <a:pt x="10373" y="1785"/>
                      <a:pt x="10325" y="1749"/>
                      <a:pt x="10301" y="1749"/>
                    </a:cubicBezTo>
                    <a:close/>
                    <a:moveTo>
                      <a:pt x="73" y="1929"/>
                    </a:moveTo>
                    <a:cubicBezTo>
                      <a:pt x="25" y="1953"/>
                      <a:pt x="1" y="1965"/>
                      <a:pt x="1" y="2013"/>
                    </a:cubicBezTo>
                    <a:lnTo>
                      <a:pt x="1" y="2276"/>
                    </a:lnTo>
                    <a:cubicBezTo>
                      <a:pt x="1" y="2312"/>
                      <a:pt x="25" y="2336"/>
                      <a:pt x="73" y="2336"/>
                    </a:cubicBezTo>
                    <a:cubicBezTo>
                      <a:pt x="121" y="2336"/>
                      <a:pt x="145" y="2312"/>
                      <a:pt x="145" y="2276"/>
                    </a:cubicBezTo>
                    <a:lnTo>
                      <a:pt x="145" y="2013"/>
                    </a:lnTo>
                    <a:cubicBezTo>
                      <a:pt x="145" y="1965"/>
                      <a:pt x="121" y="1929"/>
                      <a:pt x="73" y="1929"/>
                    </a:cubicBezTo>
                    <a:close/>
                    <a:moveTo>
                      <a:pt x="10385" y="2707"/>
                    </a:moveTo>
                    <a:cubicBezTo>
                      <a:pt x="10361" y="2707"/>
                      <a:pt x="10325" y="2743"/>
                      <a:pt x="10325" y="2791"/>
                    </a:cubicBezTo>
                    <a:cubicBezTo>
                      <a:pt x="10337" y="2875"/>
                      <a:pt x="10361" y="2971"/>
                      <a:pt x="10361" y="3055"/>
                    </a:cubicBezTo>
                    <a:cubicBezTo>
                      <a:pt x="10361" y="3079"/>
                      <a:pt x="10397" y="3114"/>
                      <a:pt x="10433" y="3114"/>
                    </a:cubicBezTo>
                    <a:cubicBezTo>
                      <a:pt x="10481" y="3114"/>
                      <a:pt x="10505" y="3091"/>
                      <a:pt x="10493" y="3043"/>
                    </a:cubicBezTo>
                    <a:cubicBezTo>
                      <a:pt x="10469" y="2947"/>
                      <a:pt x="10469" y="2863"/>
                      <a:pt x="10457" y="2767"/>
                    </a:cubicBezTo>
                    <a:cubicBezTo>
                      <a:pt x="10457" y="2743"/>
                      <a:pt x="10433" y="2707"/>
                      <a:pt x="10385" y="2707"/>
                    </a:cubicBezTo>
                    <a:close/>
                    <a:moveTo>
                      <a:pt x="73" y="2887"/>
                    </a:moveTo>
                    <a:cubicBezTo>
                      <a:pt x="37" y="2887"/>
                      <a:pt x="13" y="2923"/>
                      <a:pt x="13" y="2971"/>
                    </a:cubicBezTo>
                    <a:lnTo>
                      <a:pt x="25" y="3234"/>
                    </a:lnTo>
                    <a:cubicBezTo>
                      <a:pt x="25" y="3270"/>
                      <a:pt x="61" y="3294"/>
                      <a:pt x="97" y="3294"/>
                    </a:cubicBezTo>
                    <a:cubicBezTo>
                      <a:pt x="133" y="3294"/>
                      <a:pt x="157" y="3270"/>
                      <a:pt x="157" y="3222"/>
                    </a:cubicBezTo>
                    <a:lnTo>
                      <a:pt x="145" y="2947"/>
                    </a:lnTo>
                    <a:cubicBezTo>
                      <a:pt x="145" y="2923"/>
                      <a:pt x="109" y="2887"/>
                      <a:pt x="73" y="2887"/>
                    </a:cubicBezTo>
                    <a:close/>
                    <a:moveTo>
                      <a:pt x="10469" y="3665"/>
                    </a:moveTo>
                    <a:cubicBezTo>
                      <a:pt x="10445" y="3665"/>
                      <a:pt x="10421" y="3701"/>
                      <a:pt x="10421" y="3749"/>
                    </a:cubicBezTo>
                    <a:lnTo>
                      <a:pt x="10433" y="4013"/>
                    </a:lnTo>
                    <a:cubicBezTo>
                      <a:pt x="10433" y="4049"/>
                      <a:pt x="10469" y="4073"/>
                      <a:pt x="10505" y="4073"/>
                    </a:cubicBezTo>
                    <a:cubicBezTo>
                      <a:pt x="10541" y="4073"/>
                      <a:pt x="10565" y="4025"/>
                      <a:pt x="10565" y="4001"/>
                    </a:cubicBezTo>
                    <a:lnTo>
                      <a:pt x="10553" y="3725"/>
                    </a:lnTo>
                    <a:cubicBezTo>
                      <a:pt x="10553" y="3701"/>
                      <a:pt x="10517" y="3665"/>
                      <a:pt x="10469" y="3665"/>
                    </a:cubicBezTo>
                    <a:close/>
                    <a:moveTo>
                      <a:pt x="97" y="3845"/>
                    </a:moveTo>
                    <a:cubicBezTo>
                      <a:pt x="73" y="3845"/>
                      <a:pt x="37" y="3881"/>
                      <a:pt x="37" y="3929"/>
                    </a:cubicBezTo>
                    <a:lnTo>
                      <a:pt x="61" y="4192"/>
                    </a:lnTo>
                    <a:cubicBezTo>
                      <a:pt x="61" y="4228"/>
                      <a:pt x="85" y="4252"/>
                      <a:pt x="133" y="4252"/>
                    </a:cubicBezTo>
                    <a:cubicBezTo>
                      <a:pt x="169" y="4252"/>
                      <a:pt x="205" y="4228"/>
                      <a:pt x="193" y="4180"/>
                    </a:cubicBezTo>
                    <a:lnTo>
                      <a:pt x="169" y="3905"/>
                    </a:lnTo>
                    <a:cubicBezTo>
                      <a:pt x="169" y="3881"/>
                      <a:pt x="145" y="3845"/>
                      <a:pt x="97" y="3845"/>
                    </a:cubicBezTo>
                    <a:close/>
                    <a:moveTo>
                      <a:pt x="10517" y="4624"/>
                    </a:moveTo>
                    <a:cubicBezTo>
                      <a:pt x="10493" y="4624"/>
                      <a:pt x="10457" y="4660"/>
                      <a:pt x="10457" y="4695"/>
                    </a:cubicBezTo>
                    <a:lnTo>
                      <a:pt x="10481" y="4971"/>
                    </a:lnTo>
                    <a:cubicBezTo>
                      <a:pt x="10481" y="4995"/>
                      <a:pt x="10505" y="5031"/>
                      <a:pt x="10553" y="5031"/>
                    </a:cubicBezTo>
                    <a:cubicBezTo>
                      <a:pt x="10577" y="5019"/>
                      <a:pt x="10613" y="4983"/>
                      <a:pt x="10613" y="4959"/>
                    </a:cubicBezTo>
                    <a:lnTo>
                      <a:pt x="10601" y="4683"/>
                    </a:lnTo>
                    <a:cubicBezTo>
                      <a:pt x="10601" y="4660"/>
                      <a:pt x="10565" y="4624"/>
                      <a:pt x="10517" y="4624"/>
                    </a:cubicBezTo>
                    <a:close/>
                    <a:moveTo>
                      <a:pt x="145" y="4803"/>
                    </a:moveTo>
                    <a:cubicBezTo>
                      <a:pt x="121" y="4803"/>
                      <a:pt x="85" y="4839"/>
                      <a:pt x="85" y="4875"/>
                    </a:cubicBezTo>
                    <a:lnTo>
                      <a:pt x="97" y="5151"/>
                    </a:lnTo>
                    <a:cubicBezTo>
                      <a:pt x="97" y="5175"/>
                      <a:pt x="145" y="5210"/>
                      <a:pt x="169" y="5210"/>
                    </a:cubicBezTo>
                    <a:cubicBezTo>
                      <a:pt x="216" y="5210"/>
                      <a:pt x="252" y="5163"/>
                      <a:pt x="228" y="5139"/>
                    </a:cubicBezTo>
                    <a:lnTo>
                      <a:pt x="216" y="4863"/>
                    </a:lnTo>
                    <a:cubicBezTo>
                      <a:pt x="216" y="4839"/>
                      <a:pt x="193" y="4803"/>
                      <a:pt x="145" y="4803"/>
                    </a:cubicBezTo>
                    <a:close/>
                    <a:moveTo>
                      <a:pt x="10553" y="5570"/>
                    </a:moveTo>
                    <a:cubicBezTo>
                      <a:pt x="10517" y="5570"/>
                      <a:pt x="10493" y="5606"/>
                      <a:pt x="10493" y="5642"/>
                    </a:cubicBezTo>
                    <a:lnTo>
                      <a:pt x="10505" y="5917"/>
                    </a:lnTo>
                    <a:cubicBezTo>
                      <a:pt x="10505" y="5941"/>
                      <a:pt x="10541" y="5977"/>
                      <a:pt x="10577" y="5977"/>
                    </a:cubicBezTo>
                    <a:cubicBezTo>
                      <a:pt x="10625" y="5977"/>
                      <a:pt x="10661" y="5941"/>
                      <a:pt x="10637" y="5905"/>
                    </a:cubicBezTo>
                    <a:lnTo>
                      <a:pt x="10625" y="5630"/>
                    </a:lnTo>
                    <a:cubicBezTo>
                      <a:pt x="10625" y="5606"/>
                      <a:pt x="10589" y="5570"/>
                      <a:pt x="10553" y="5570"/>
                    </a:cubicBezTo>
                    <a:close/>
                    <a:moveTo>
                      <a:pt x="205" y="5761"/>
                    </a:moveTo>
                    <a:cubicBezTo>
                      <a:pt x="181" y="5761"/>
                      <a:pt x="145" y="5797"/>
                      <a:pt x="145" y="5845"/>
                    </a:cubicBezTo>
                    <a:lnTo>
                      <a:pt x="157" y="6109"/>
                    </a:lnTo>
                    <a:cubicBezTo>
                      <a:pt x="157" y="6145"/>
                      <a:pt x="205" y="6169"/>
                      <a:pt x="240" y="6169"/>
                    </a:cubicBezTo>
                    <a:cubicBezTo>
                      <a:pt x="276" y="6157"/>
                      <a:pt x="312" y="6121"/>
                      <a:pt x="300" y="6097"/>
                    </a:cubicBezTo>
                    <a:lnTo>
                      <a:pt x="276" y="5821"/>
                    </a:lnTo>
                    <a:cubicBezTo>
                      <a:pt x="276" y="5797"/>
                      <a:pt x="240" y="5761"/>
                      <a:pt x="205" y="5761"/>
                    </a:cubicBezTo>
                    <a:close/>
                    <a:moveTo>
                      <a:pt x="10601" y="6528"/>
                    </a:moveTo>
                    <a:cubicBezTo>
                      <a:pt x="10553" y="6528"/>
                      <a:pt x="10541" y="6564"/>
                      <a:pt x="10541" y="6600"/>
                    </a:cubicBezTo>
                    <a:lnTo>
                      <a:pt x="10541" y="6875"/>
                    </a:lnTo>
                    <a:cubicBezTo>
                      <a:pt x="10541" y="6899"/>
                      <a:pt x="10565" y="6935"/>
                      <a:pt x="10613" y="6935"/>
                    </a:cubicBezTo>
                    <a:cubicBezTo>
                      <a:pt x="10661" y="6935"/>
                      <a:pt x="10684" y="6899"/>
                      <a:pt x="10673" y="6863"/>
                    </a:cubicBezTo>
                    <a:lnTo>
                      <a:pt x="10673" y="6588"/>
                    </a:lnTo>
                    <a:cubicBezTo>
                      <a:pt x="10673" y="6564"/>
                      <a:pt x="10637" y="6528"/>
                      <a:pt x="10601" y="6528"/>
                    </a:cubicBezTo>
                    <a:close/>
                    <a:moveTo>
                      <a:pt x="276" y="6708"/>
                    </a:moveTo>
                    <a:cubicBezTo>
                      <a:pt x="252" y="6708"/>
                      <a:pt x="216" y="6744"/>
                      <a:pt x="216" y="6779"/>
                    </a:cubicBezTo>
                    <a:lnTo>
                      <a:pt x="240" y="7055"/>
                    </a:lnTo>
                    <a:cubicBezTo>
                      <a:pt x="240" y="7079"/>
                      <a:pt x="276" y="7115"/>
                      <a:pt x="312" y="7115"/>
                    </a:cubicBezTo>
                    <a:cubicBezTo>
                      <a:pt x="360" y="7115"/>
                      <a:pt x="384" y="7079"/>
                      <a:pt x="372" y="7043"/>
                    </a:cubicBezTo>
                    <a:lnTo>
                      <a:pt x="360" y="6768"/>
                    </a:lnTo>
                    <a:cubicBezTo>
                      <a:pt x="360" y="6744"/>
                      <a:pt x="312" y="6708"/>
                      <a:pt x="276" y="6708"/>
                    </a:cubicBezTo>
                    <a:close/>
                    <a:moveTo>
                      <a:pt x="10625" y="7474"/>
                    </a:moveTo>
                    <a:cubicBezTo>
                      <a:pt x="10577" y="7474"/>
                      <a:pt x="10553" y="7498"/>
                      <a:pt x="10553" y="7546"/>
                    </a:cubicBezTo>
                    <a:lnTo>
                      <a:pt x="10553" y="7821"/>
                    </a:lnTo>
                    <a:cubicBezTo>
                      <a:pt x="10553" y="7857"/>
                      <a:pt x="10577" y="7893"/>
                      <a:pt x="10625" y="7893"/>
                    </a:cubicBezTo>
                    <a:cubicBezTo>
                      <a:pt x="10673" y="7893"/>
                      <a:pt x="10696" y="7857"/>
                      <a:pt x="10696" y="7821"/>
                    </a:cubicBezTo>
                    <a:lnTo>
                      <a:pt x="10696" y="7546"/>
                    </a:lnTo>
                    <a:cubicBezTo>
                      <a:pt x="10696" y="7498"/>
                      <a:pt x="10673" y="7474"/>
                      <a:pt x="10625" y="7474"/>
                    </a:cubicBezTo>
                    <a:close/>
                    <a:moveTo>
                      <a:pt x="348" y="7666"/>
                    </a:moveTo>
                    <a:cubicBezTo>
                      <a:pt x="324" y="7666"/>
                      <a:pt x="288" y="7702"/>
                      <a:pt x="288" y="7738"/>
                    </a:cubicBezTo>
                    <a:lnTo>
                      <a:pt x="324" y="8013"/>
                    </a:lnTo>
                    <a:cubicBezTo>
                      <a:pt x="324" y="8037"/>
                      <a:pt x="372" y="8073"/>
                      <a:pt x="396" y="8073"/>
                    </a:cubicBezTo>
                    <a:cubicBezTo>
                      <a:pt x="432" y="8073"/>
                      <a:pt x="456" y="8025"/>
                      <a:pt x="456" y="8001"/>
                    </a:cubicBezTo>
                    <a:lnTo>
                      <a:pt x="432" y="7726"/>
                    </a:lnTo>
                    <a:cubicBezTo>
                      <a:pt x="432" y="7702"/>
                      <a:pt x="396" y="7666"/>
                      <a:pt x="348" y="7666"/>
                    </a:cubicBezTo>
                    <a:close/>
                    <a:moveTo>
                      <a:pt x="10625" y="8444"/>
                    </a:moveTo>
                    <a:cubicBezTo>
                      <a:pt x="10577" y="8444"/>
                      <a:pt x="10553" y="8468"/>
                      <a:pt x="10553" y="8516"/>
                    </a:cubicBezTo>
                    <a:lnTo>
                      <a:pt x="10553" y="8660"/>
                    </a:lnTo>
                    <a:lnTo>
                      <a:pt x="10541" y="8660"/>
                    </a:lnTo>
                    <a:cubicBezTo>
                      <a:pt x="10493" y="8660"/>
                      <a:pt x="10481" y="8684"/>
                      <a:pt x="10481" y="8732"/>
                    </a:cubicBezTo>
                    <a:cubicBezTo>
                      <a:pt x="10493" y="8756"/>
                      <a:pt x="10517" y="8792"/>
                      <a:pt x="10553" y="8792"/>
                    </a:cubicBezTo>
                    <a:lnTo>
                      <a:pt x="10637" y="8768"/>
                    </a:lnTo>
                    <a:cubicBezTo>
                      <a:pt x="10673" y="8768"/>
                      <a:pt x="10696" y="8744"/>
                      <a:pt x="10696" y="8708"/>
                    </a:cubicBezTo>
                    <a:lnTo>
                      <a:pt x="10696" y="8516"/>
                    </a:lnTo>
                    <a:cubicBezTo>
                      <a:pt x="10696" y="8468"/>
                      <a:pt x="10673" y="8444"/>
                      <a:pt x="10625" y="8444"/>
                    </a:cubicBezTo>
                    <a:close/>
                    <a:moveTo>
                      <a:pt x="9858" y="8732"/>
                    </a:moveTo>
                    <a:cubicBezTo>
                      <a:pt x="9774" y="8744"/>
                      <a:pt x="9678" y="8744"/>
                      <a:pt x="9595" y="8756"/>
                    </a:cubicBezTo>
                    <a:cubicBezTo>
                      <a:pt x="9559" y="8756"/>
                      <a:pt x="9535" y="8792"/>
                      <a:pt x="9535" y="8840"/>
                    </a:cubicBezTo>
                    <a:cubicBezTo>
                      <a:pt x="9547" y="8864"/>
                      <a:pt x="9571" y="8899"/>
                      <a:pt x="9607" y="8899"/>
                    </a:cubicBezTo>
                    <a:cubicBezTo>
                      <a:pt x="9702" y="8899"/>
                      <a:pt x="9786" y="8875"/>
                      <a:pt x="9870" y="8864"/>
                    </a:cubicBezTo>
                    <a:cubicBezTo>
                      <a:pt x="9906" y="8864"/>
                      <a:pt x="9930" y="8840"/>
                      <a:pt x="9930" y="8792"/>
                    </a:cubicBezTo>
                    <a:cubicBezTo>
                      <a:pt x="9930" y="8756"/>
                      <a:pt x="9894" y="8732"/>
                      <a:pt x="9858" y="8732"/>
                    </a:cubicBezTo>
                    <a:close/>
                    <a:moveTo>
                      <a:pt x="8900" y="8816"/>
                    </a:moveTo>
                    <a:cubicBezTo>
                      <a:pt x="8816" y="8840"/>
                      <a:pt x="8720" y="8840"/>
                      <a:pt x="8636" y="8852"/>
                    </a:cubicBezTo>
                    <a:cubicBezTo>
                      <a:pt x="8600" y="8852"/>
                      <a:pt x="8577" y="8875"/>
                      <a:pt x="8577" y="8923"/>
                    </a:cubicBezTo>
                    <a:cubicBezTo>
                      <a:pt x="8577" y="8959"/>
                      <a:pt x="8624" y="8983"/>
                      <a:pt x="8648" y="8983"/>
                    </a:cubicBezTo>
                    <a:cubicBezTo>
                      <a:pt x="8756" y="8983"/>
                      <a:pt x="8840" y="8971"/>
                      <a:pt x="8924" y="8959"/>
                    </a:cubicBezTo>
                    <a:cubicBezTo>
                      <a:pt x="8948" y="8959"/>
                      <a:pt x="8972" y="8911"/>
                      <a:pt x="8972" y="8875"/>
                    </a:cubicBezTo>
                    <a:cubicBezTo>
                      <a:pt x="8972" y="8852"/>
                      <a:pt x="8948" y="8816"/>
                      <a:pt x="8900" y="8816"/>
                    </a:cubicBezTo>
                    <a:close/>
                    <a:moveTo>
                      <a:pt x="444" y="8612"/>
                    </a:moveTo>
                    <a:cubicBezTo>
                      <a:pt x="420" y="8612"/>
                      <a:pt x="384" y="8636"/>
                      <a:pt x="384" y="8684"/>
                    </a:cubicBezTo>
                    <a:cubicBezTo>
                      <a:pt x="396" y="8768"/>
                      <a:pt x="396" y="8864"/>
                      <a:pt x="420" y="8959"/>
                    </a:cubicBezTo>
                    <a:cubicBezTo>
                      <a:pt x="432" y="8983"/>
                      <a:pt x="456" y="9019"/>
                      <a:pt x="492" y="9019"/>
                    </a:cubicBezTo>
                    <a:cubicBezTo>
                      <a:pt x="540" y="9019"/>
                      <a:pt x="564" y="8983"/>
                      <a:pt x="552" y="8935"/>
                    </a:cubicBezTo>
                    <a:cubicBezTo>
                      <a:pt x="528" y="8852"/>
                      <a:pt x="528" y="8756"/>
                      <a:pt x="516" y="8672"/>
                    </a:cubicBezTo>
                    <a:cubicBezTo>
                      <a:pt x="516" y="8636"/>
                      <a:pt x="492" y="8612"/>
                      <a:pt x="444" y="8612"/>
                    </a:cubicBezTo>
                    <a:close/>
                    <a:moveTo>
                      <a:pt x="7966" y="8911"/>
                    </a:moveTo>
                    <a:cubicBezTo>
                      <a:pt x="7870" y="8911"/>
                      <a:pt x="7786" y="8923"/>
                      <a:pt x="7690" y="8923"/>
                    </a:cubicBezTo>
                    <a:cubicBezTo>
                      <a:pt x="7666" y="8923"/>
                      <a:pt x="7630" y="8959"/>
                      <a:pt x="7630" y="8995"/>
                    </a:cubicBezTo>
                    <a:cubicBezTo>
                      <a:pt x="7630" y="9031"/>
                      <a:pt x="7678" y="9055"/>
                      <a:pt x="7702" y="9055"/>
                    </a:cubicBezTo>
                    <a:cubicBezTo>
                      <a:pt x="7798" y="9055"/>
                      <a:pt x="7882" y="9055"/>
                      <a:pt x="7978" y="9043"/>
                    </a:cubicBezTo>
                    <a:cubicBezTo>
                      <a:pt x="8002" y="9043"/>
                      <a:pt x="8038" y="9019"/>
                      <a:pt x="8038" y="8971"/>
                    </a:cubicBezTo>
                    <a:cubicBezTo>
                      <a:pt x="8038" y="8935"/>
                      <a:pt x="8002" y="8911"/>
                      <a:pt x="7966" y="8911"/>
                    </a:cubicBezTo>
                    <a:close/>
                    <a:moveTo>
                      <a:pt x="7008" y="8983"/>
                    </a:moveTo>
                    <a:lnTo>
                      <a:pt x="6732" y="8995"/>
                    </a:lnTo>
                    <a:cubicBezTo>
                      <a:pt x="6708" y="8995"/>
                      <a:pt x="6672" y="9031"/>
                      <a:pt x="6672" y="9067"/>
                    </a:cubicBezTo>
                    <a:cubicBezTo>
                      <a:pt x="6672" y="9103"/>
                      <a:pt x="6720" y="9139"/>
                      <a:pt x="6744" y="9139"/>
                    </a:cubicBezTo>
                    <a:lnTo>
                      <a:pt x="7019" y="9115"/>
                    </a:lnTo>
                    <a:cubicBezTo>
                      <a:pt x="7043" y="9115"/>
                      <a:pt x="7079" y="9091"/>
                      <a:pt x="7079" y="9043"/>
                    </a:cubicBezTo>
                    <a:cubicBezTo>
                      <a:pt x="7079" y="9019"/>
                      <a:pt x="7043" y="8983"/>
                      <a:pt x="7008" y="8983"/>
                    </a:cubicBezTo>
                    <a:close/>
                    <a:moveTo>
                      <a:pt x="6037" y="9031"/>
                    </a:moveTo>
                    <a:lnTo>
                      <a:pt x="5774" y="9043"/>
                    </a:lnTo>
                    <a:cubicBezTo>
                      <a:pt x="5750" y="9043"/>
                      <a:pt x="5714" y="9067"/>
                      <a:pt x="5714" y="9115"/>
                    </a:cubicBezTo>
                    <a:cubicBezTo>
                      <a:pt x="5714" y="9151"/>
                      <a:pt x="5750" y="9175"/>
                      <a:pt x="5786" y="9175"/>
                    </a:cubicBezTo>
                    <a:lnTo>
                      <a:pt x="5822" y="9175"/>
                    </a:lnTo>
                    <a:lnTo>
                      <a:pt x="6061" y="9163"/>
                    </a:lnTo>
                    <a:cubicBezTo>
                      <a:pt x="6085" y="9163"/>
                      <a:pt x="6121" y="9139"/>
                      <a:pt x="6121" y="9091"/>
                    </a:cubicBezTo>
                    <a:cubicBezTo>
                      <a:pt x="6121" y="9055"/>
                      <a:pt x="6085" y="9031"/>
                      <a:pt x="6037" y="9031"/>
                    </a:cubicBezTo>
                    <a:close/>
                    <a:moveTo>
                      <a:pt x="5103" y="9055"/>
                    </a:moveTo>
                    <a:lnTo>
                      <a:pt x="4828" y="9067"/>
                    </a:lnTo>
                    <a:cubicBezTo>
                      <a:pt x="4804" y="9067"/>
                      <a:pt x="4768" y="9103"/>
                      <a:pt x="4768" y="9151"/>
                    </a:cubicBezTo>
                    <a:cubicBezTo>
                      <a:pt x="4768" y="9175"/>
                      <a:pt x="4804" y="9211"/>
                      <a:pt x="4852" y="9211"/>
                    </a:cubicBezTo>
                    <a:lnTo>
                      <a:pt x="5115" y="9199"/>
                    </a:lnTo>
                    <a:cubicBezTo>
                      <a:pt x="5151" y="9199"/>
                      <a:pt x="5175" y="9163"/>
                      <a:pt x="5175" y="9115"/>
                    </a:cubicBezTo>
                    <a:cubicBezTo>
                      <a:pt x="5175" y="9091"/>
                      <a:pt x="5139" y="9055"/>
                      <a:pt x="5103" y="9055"/>
                    </a:cubicBezTo>
                    <a:close/>
                    <a:moveTo>
                      <a:pt x="989" y="9083"/>
                    </a:moveTo>
                    <a:cubicBezTo>
                      <a:pt x="957" y="9083"/>
                      <a:pt x="935" y="9114"/>
                      <a:pt x="935" y="9151"/>
                    </a:cubicBezTo>
                    <a:cubicBezTo>
                      <a:pt x="923" y="9187"/>
                      <a:pt x="959" y="9223"/>
                      <a:pt x="995" y="9223"/>
                    </a:cubicBezTo>
                    <a:lnTo>
                      <a:pt x="1282" y="9223"/>
                    </a:lnTo>
                    <a:cubicBezTo>
                      <a:pt x="1330" y="9223"/>
                      <a:pt x="1354" y="9199"/>
                      <a:pt x="1342" y="9163"/>
                    </a:cubicBezTo>
                    <a:cubicBezTo>
                      <a:pt x="1354" y="9115"/>
                      <a:pt x="1330" y="9091"/>
                      <a:pt x="1282" y="9091"/>
                    </a:cubicBezTo>
                    <a:lnTo>
                      <a:pt x="1019" y="9091"/>
                    </a:lnTo>
                    <a:cubicBezTo>
                      <a:pt x="1008" y="9086"/>
                      <a:pt x="999" y="9083"/>
                      <a:pt x="989" y="9083"/>
                    </a:cubicBezTo>
                    <a:close/>
                    <a:moveTo>
                      <a:pt x="3869" y="9067"/>
                    </a:moveTo>
                    <a:cubicBezTo>
                      <a:pt x="3846" y="9067"/>
                      <a:pt x="3810" y="9115"/>
                      <a:pt x="3810" y="9151"/>
                    </a:cubicBezTo>
                    <a:cubicBezTo>
                      <a:pt x="3810" y="9187"/>
                      <a:pt x="3846" y="9223"/>
                      <a:pt x="3893" y="9223"/>
                    </a:cubicBezTo>
                    <a:lnTo>
                      <a:pt x="4157" y="9223"/>
                    </a:lnTo>
                    <a:cubicBezTo>
                      <a:pt x="4193" y="9223"/>
                      <a:pt x="4217" y="9199"/>
                      <a:pt x="4217" y="9139"/>
                    </a:cubicBezTo>
                    <a:cubicBezTo>
                      <a:pt x="4217" y="9103"/>
                      <a:pt x="4181" y="9067"/>
                      <a:pt x="4145" y="9067"/>
                    </a:cubicBezTo>
                    <a:close/>
                    <a:moveTo>
                      <a:pt x="1977" y="9091"/>
                    </a:moveTo>
                    <a:cubicBezTo>
                      <a:pt x="1929" y="9091"/>
                      <a:pt x="1893" y="9115"/>
                      <a:pt x="1893" y="9163"/>
                    </a:cubicBezTo>
                    <a:cubicBezTo>
                      <a:pt x="1893" y="9211"/>
                      <a:pt x="1929" y="9235"/>
                      <a:pt x="1977" y="9235"/>
                    </a:cubicBezTo>
                    <a:lnTo>
                      <a:pt x="2241" y="9235"/>
                    </a:lnTo>
                    <a:cubicBezTo>
                      <a:pt x="2289" y="9235"/>
                      <a:pt x="2300" y="9211"/>
                      <a:pt x="2312" y="9163"/>
                    </a:cubicBezTo>
                    <a:cubicBezTo>
                      <a:pt x="2312" y="9115"/>
                      <a:pt x="2289" y="9091"/>
                      <a:pt x="2241" y="9091"/>
                    </a:cubicBezTo>
                    <a:close/>
                    <a:moveTo>
                      <a:pt x="2911" y="9091"/>
                    </a:moveTo>
                    <a:cubicBezTo>
                      <a:pt x="2887" y="9103"/>
                      <a:pt x="2851" y="9139"/>
                      <a:pt x="2851" y="9163"/>
                    </a:cubicBezTo>
                    <a:cubicBezTo>
                      <a:pt x="2851" y="9211"/>
                      <a:pt x="2887" y="9235"/>
                      <a:pt x="2935" y="9235"/>
                    </a:cubicBezTo>
                    <a:lnTo>
                      <a:pt x="3199" y="9235"/>
                    </a:lnTo>
                    <a:cubicBezTo>
                      <a:pt x="3235" y="9235"/>
                      <a:pt x="3259" y="9211"/>
                      <a:pt x="3259" y="9163"/>
                    </a:cubicBezTo>
                    <a:cubicBezTo>
                      <a:pt x="3259" y="9115"/>
                      <a:pt x="3223" y="9091"/>
                      <a:pt x="3187" y="909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66"/>
              <p:cNvSpPr/>
              <p:nvPr/>
            </p:nvSpPr>
            <p:spPr>
              <a:xfrm>
                <a:off x="2520950" y="3814725"/>
                <a:ext cx="214425" cy="270450"/>
              </a:xfrm>
              <a:custGeom>
                <a:avLst/>
                <a:gdLst/>
                <a:ahLst/>
                <a:cxnLst/>
                <a:rect l="l" t="t" r="r" b="b"/>
                <a:pathLst>
                  <a:path w="8577" h="10818" extrusionOk="0">
                    <a:moveTo>
                      <a:pt x="3917" y="0"/>
                    </a:moveTo>
                    <a:cubicBezTo>
                      <a:pt x="3885" y="0"/>
                      <a:pt x="3853" y="1"/>
                      <a:pt x="3821" y="2"/>
                    </a:cubicBezTo>
                    <a:cubicBezTo>
                      <a:pt x="3007" y="38"/>
                      <a:pt x="2324" y="373"/>
                      <a:pt x="1761" y="1020"/>
                    </a:cubicBezTo>
                    <a:cubicBezTo>
                      <a:pt x="803" y="2134"/>
                      <a:pt x="240" y="4122"/>
                      <a:pt x="108" y="6960"/>
                    </a:cubicBezTo>
                    <a:cubicBezTo>
                      <a:pt x="1" y="9021"/>
                      <a:pt x="168" y="10733"/>
                      <a:pt x="168" y="10817"/>
                    </a:cubicBezTo>
                    <a:lnTo>
                      <a:pt x="1378" y="10673"/>
                    </a:lnTo>
                    <a:cubicBezTo>
                      <a:pt x="1198" y="8817"/>
                      <a:pt x="1102" y="3631"/>
                      <a:pt x="2683" y="1810"/>
                    </a:cubicBezTo>
                    <a:cubicBezTo>
                      <a:pt x="3019" y="1427"/>
                      <a:pt x="3402" y="1235"/>
                      <a:pt x="3857" y="1211"/>
                    </a:cubicBezTo>
                    <a:cubicBezTo>
                      <a:pt x="3873" y="1211"/>
                      <a:pt x="3888" y="1211"/>
                      <a:pt x="3904" y="1211"/>
                    </a:cubicBezTo>
                    <a:cubicBezTo>
                      <a:pt x="4351" y="1211"/>
                      <a:pt x="4744" y="1379"/>
                      <a:pt x="5115" y="1726"/>
                    </a:cubicBezTo>
                    <a:cubicBezTo>
                      <a:pt x="6875" y="3367"/>
                      <a:pt x="7319" y="8458"/>
                      <a:pt x="7354" y="10290"/>
                    </a:cubicBezTo>
                    <a:lnTo>
                      <a:pt x="8576" y="10278"/>
                    </a:lnTo>
                    <a:cubicBezTo>
                      <a:pt x="8576" y="10218"/>
                      <a:pt x="8552" y="8506"/>
                      <a:pt x="8229" y="6517"/>
                    </a:cubicBezTo>
                    <a:cubicBezTo>
                      <a:pt x="7798" y="3763"/>
                      <a:pt x="7031" y="1846"/>
                      <a:pt x="5977" y="840"/>
                    </a:cubicBezTo>
                    <a:cubicBezTo>
                      <a:pt x="5368" y="277"/>
                      <a:pt x="4681" y="0"/>
                      <a:pt x="391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66"/>
              <p:cNvSpPr/>
              <p:nvPr/>
            </p:nvSpPr>
            <p:spPr>
              <a:xfrm>
                <a:off x="2914700" y="4360925"/>
                <a:ext cx="12600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4037" fill="none" extrusionOk="0">
                    <a:moveTo>
                      <a:pt x="0" y="0"/>
                    </a:moveTo>
                    <a:cubicBezTo>
                      <a:pt x="0" y="0"/>
                      <a:pt x="384" y="2288"/>
                      <a:pt x="503" y="4036"/>
                    </a:cubicBezTo>
                  </a:path>
                </a:pathLst>
              </a:custGeom>
              <a:noFill/>
              <a:ln w="1800" cap="rnd" cmpd="sng">
                <a:solidFill>
                  <a:srgbClr val="CECEC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FC84D45-A670-1AF5-92C5-2C5A7DC0988B}"/>
              </a:ext>
            </a:extLst>
          </p:cNvPr>
          <p:cNvSpPr txBox="1"/>
          <p:nvPr/>
        </p:nvSpPr>
        <p:spPr>
          <a:xfrm>
            <a:off x="5432177" y="622728"/>
            <a:ext cx="27672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000" b="1" dirty="0">
                <a:solidFill>
                  <a:schemeClr val="accent1"/>
                </a:solidFill>
                <a:latin typeface="Squada One"/>
                <a:sym typeface="Squada One"/>
              </a:rPr>
              <a:t>Event: </a:t>
            </a:r>
            <a:r>
              <a:rPr lang="en-ZA" sz="2000" b="1" dirty="0">
                <a:solidFill>
                  <a:schemeClr val="dk1"/>
                </a:solidFill>
                <a:latin typeface="Squada One"/>
                <a:sym typeface="Squada One"/>
              </a:rPr>
              <a:t>Hedera Hello Future: Ascension Hackathon 2025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58778-0DD1-6ED6-BE35-F57856D02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958" y="1866900"/>
            <a:ext cx="1409700" cy="1409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DF6390-DD57-E03B-FDA7-5958270A2AD8}"/>
              </a:ext>
            </a:extLst>
          </p:cNvPr>
          <p:cNvSpPr txBox="1"/>
          <p:nvPr/>
        </p:nvSpPr>
        <p:spPr>
          <a:xfrm>
            <a:off x="5329853" y="3698734"/>
            <a:ext cx="37210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dirty="0">
                <a:solidFill>
                  <a:schemeClr val="dk2"/>
                </a:solidFill>
                <a:latin typeface="Squada One"/>
                <a:sym typeface="Squada One"/>
              </a:rPr>
              <a:t>Theme 3: Sustainability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>
          <a:extLst>
            <a:ext uri="{FF2B5EF4-FFF2-40B4-BE49-F238E27FC236}">
              <a16:creationId xmlns:a16="http://schemas.microsoft.com/office/drawing/2014/main" id="{2213CFB4-BC27-82A0-7B16-9A0377EED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5">
            <a:extLst>
              <a:ext uri="{FF2B5EF4-FFF2-40B4-BE49-F238E27FC236}">
                <a16:creationId xmlns:a16="http://schemas.microsoft.com/office/drawing/2014/main" id="{253608F3-C761-7294-589A-5A155D0109B1}"/>
              </a:ext>
            </a:extLst>
          </p:cNvPr>
          <p:cNvSpPr/>
          <p:nvPr/>
        </p:nvSpPr>
        <p:spPr>
          <a:xfrm>
            <a:off x="6749254" y="1140393"/>
            <a:ext cx="1180800" cy="11808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35">
            <a:extLst>
              <a:ext uri="{FF2B5EF4-FFF2-40B4-BE49-F238E27FC236}">
                <a16:creationId xmlns:a16="http://schemas.microsoft.com/office/drawing/2014/main" id="{440AA2D4-E9F7-BA5F-EFFA-47C086DCDEDB}"/>
              </a:ext>
            </a:extLst>
          </p:cNvPr>
          <p:cNvSpPr/>
          <p:nvPr/>
        </p:nvSpPr>
        <p:spPr>
          <a:xfrm>
            <a:off x="4559116" y="1173876"/>
            <a:ext cx="1180800" cy="1180800"/>
          </a:xfrm>
          <a:prstGeom prst="ellipse">
            <a:avLst/>
          </a:prstGeom>
          <a:solidFill>
            <a:schemeClr val="accent5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35">
            <a:extLst>
              <a:ext uri="{FF2B5EF4-FFF2-40B4-BE49-F238E27FC236}">
                <a16:creationId xmlns:a16="http://schemas.microsoft.com/office/drawing/2014/main" id="{CB84955B-BEF7-AED4-1D7F-E523144A4507}"/>
              </a:ext>
            </a:extLst>
          </p:cNvPr>
          <p:cNvSpPr/>
          <p:nvPr/>
        </p:nvSpPr>
        <p:spPr>
          <a:xfrm>
            <a:off x="2382064" y="1213010"/>
            <a:ext cx="1180800" cy="1180800"/>
          </a:xfrm>
          <a:prstGeom prst="ellipse">
            <a:avLst/>
          </a:prstGeom>
          <a:solidFill>
            <a:schemeClr val="lt1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35">
            <a:extLst>
              <a:ext uri="{FF2B5EF4-FFF2-40B4-BE49-F238E27FC236}">
                <a16:creationId xmlns:a16="http://schemas.microsoft.com/office/drawing/2014/main" id="{CA438047-8257-AB38-001D-D70289FB1DA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084646" y="2610990"/>
            <a:ext cx="2146858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400" dirty="0"/>
              <a:t>Social &amp; Financial Exclusion</a:t>
            </a:r>
            <a:endParaRPr sz="2400" dirty="0"/>
          </a:p>
        </p:txBody>
      </p:sp>
      <p:sp>
        <p:nvSpPr>
          <p:cNvPr id="685" name="Google Shape;685;p35">
            <a:extLst>
              <a:ext uri="{FF2B5EF4-FFF2-40B4-BE49-F238E27FC236}">
                <a16:creationId xmlns:a16="http://schemas.microsoft.com/office/drawing/2014/main" id="{4AF9D12F-A6B9-AC56-9653-65B5E8E61C8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61166" y="3858068"/>
            <a:ext cx="19767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GB" sz="1400" dirty="0"/>
              <a:t>This system offers no formal financial history. They are invisible to banks. No proof of income = </a:t>
            </a:r>
            <a:r>
              <a:rPr lang="en-GB" sz="1400" b="1" dirty="0"/>
              <a:t>no bank loans, no credit, no future.</a:t>
            </a:r>
            <a:endParaRPr sz="1400" dirty="0"/>
          </a:p>
        </p:txBody>
      </p:sp>
      <p:sp>
        <p:nvSpPr>
          <p:cNvPr id="686" name="Google Shape;686;p35">
            <a:extLst>
              <a:ext uri="{FF2B5EF4-FFF2-40B4-BE49-F238E27FC236}">
                <a16:creationId xmlns:a16="http://schemas.microsoft.com/office/drawing/2014/main" id="{90B2102E-A4F2-A0EE-F420-E901CA670DC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281175" y="1509976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" dirty="0"/>
              <a:t>😔</a:t>
            </a:r>
            <a:endParaRPr dirty="0"/>
          </a:p>
        </p:txBody>
      </p:sp>
      <p:sp>
        <p:nvSpPr>
          <p:cNvPr id="687" name="Google Shape;687;p35">
            <a:extLst>
              <a:ext uri="{FF2B5EF4-FFF2-40B4-BE49-F238E27FC236}">
                <a16:creationId xmlns:a16="http://schemas.microsoft.com/office/drawing/2014/main" id="{CDE5C34B-F9C5-31F4-98AD-E8EA5393D4D0}"/>
              </a:ext>
            </a:extLst>
          </p:cNvPr>
          <p:cNvSpPr txBox="1">
            <a:spLocks noGrp="1"/>
          </p:cNvSpPr>
          <p:nvPr>
            <p:ph type="ctrTitle" idx="3"/>
          </p:nvPr>
        </p:nvSpPr>
        <p:spPr>
          <a:xfrm>
            <a:off x="6257875" y="2571750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A "Bad &amp; Big" Problem</a:t>
            </a:r>
            <a:endParaRPr dirty="0"/>
          </a:p>
        </p:txBody>
      </p:sp>
      <p:sp>
        <p:nvSpPr>
          <p:cNvPr id="688" name="Google Shape;688;p35">
            <a:extLst>
              <a:ext uri="{FF2B5EF4-FFF2-40B4-BE49-F238E27FC236}">
                <a16:creationId xmlns:a16="http://schemas.microsoft.com/office/drawing/2014/main" id="{3A58780B-FF8D-CCE5-8A00-453CB0ECC69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430675" y="3708449"/>
            <a:ext cx="19767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GB" sz="1400" dirty="0"/>
              <a:t>This is a systemic failure that traps generations in poverty and stunts the growth of a vital circular economy.</a:t>
            </a:r>
            <a:endParaRPr sz="1400" dirty="0"/>
          </a:p>
        </p:txBody>
      </p:sp>
      <p:sp>
        <p:nvSpPr>
          <p:cNvPr id="689" name="Google Shape;689;p35">
            <a:extLst>
              <a:ext uri="{FF2B5EF4-FFF2-40B4-BE49-F238E27FC236}">
                <a16:creationId xmlns:a16="http://schemas.microsoft.com/office/drawing/2014/main" id="{62EFFB20-D1E1-F472-F682-2C0994C566E7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6437859" y="1478843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" dirty="0"/>
              <a:t>😟</a:t>
            </a:r>
            <a:endParaRPr dirty="0"/>
          </a:p>
        </p:txBody>
      </p:sp>
      <p:sp>
        <p:nvSpPr>
          <p:cNvPr id="690" name="Google Shape;690;p35">
            <a:extLst>
              <a:ext uri="{FF2B5EF4-FFF2-40B4-BE49-F238E27FC236}">
                <a16:creationId xmlns:a16="http://schemas.microsoft.com/office/drawing/2014/main" id="{11D67CC5-A830-7761-9E4A-A981C113F4B7}"/>
              </a:ext>
            </a:extLst>
          </p:cNvPr>
          <p:cNvSpPr txBox="1">
            <a:spLocks noGrp="1"/>
          </p:cNvSpPr>
          <p:nvPr>
            <p:ph type="ctrTitle" idx="6"/>
          </p:nvPr>
        </p:nvSpPr>
        <p:spPr>
          <a:xfrm>
            <a:off x="1795846" y="2610990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Economic Exploitation</a:t>
            </a:r>
            <a:endParaRPr dirty="0"/>
          </a:p>
        </p:txBody>
      </p:sp>
      <p:sp>
        <p:nvSpPr>
          <p:cNvPr id="691" name="Google Shape;691;p35">
            <a:extLst>
              <a:ext uri="{FF2B5EF4-FFF2-40B4-BE49-F238E27FC236}">
                <a16:creationId xmlns:a16="http://schemas.microsoft.com/office/drawing/2014/main" id="{67DE3CDA-8AC3-BB46-8BDE-4CC836B442EC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938950" y="3656918"/>
            <a:ext cx="19767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GB" sz="1400" dirty="0"/>
              <a:t>They are trapped in an untrustworthy, cash-based system with no transparency or fair pay.</a:t>
            </a:r>
            <a:endParaRPr sz="1400" dirty="0"/>
          </a:p>
        </p:txBody>
      </p:sp>
      <p:sp>
        <p:nvSpPr>
          <p:cNvPr id="692" name="Google Shape;692;p35">
            <a:extLst>
              <a:ext uri="{FF2B5EF4-FFF2-40B4-BE49-F238E27FC236}">
                <a16:creationId xmlns:a16="http://schemas.microsoft.com/office/drawing/2014/main" id="{290AFDB1-7423-56D3-8BDB-948FF9D7C9A8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2050400" y="1529543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" dirty="0"/>
              <a:t>🫩</a:t>
            </a:r>
            <a:endParaRPr dirty="0"/>
          </a:p>
        </p:txBody>
      </p:sp>
      <p:sp>
        <p:nvSpPr>
          <p:cNvPr id="693" name="Google Shape;693;p35">
            <a:extLst>
              <a:ext uri="{FF2B5EF4-FFF2-40B4-BE49-F238E27FC236}">
                <a16:creationId xmlns:a16="http://schemas.microsoft.com/office/drawing/2014/main" id="{8A7B967C-6E58-AC10-0BD4-51B1E4C0AA47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806381" y="608077"/>
            <a:ext cx="7700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6600" b="0" dirty="0"/>
              <a:t>The Problem</a:t>
            </a: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694" name="Google Shape;694;p35">
            <a:extLst>
              <a:ext uri="{FF2B5EF4-FFF2-40B4-BE49-F238E27FC236}">
                <a16:creationId xmlns:a16="http://schemas.microsoft.com/office/drawing/2014/main" id="{21F07C92-ABFD-0DA1-78B9-49E7EB146ED1}"/>
              </a:ext>
            </a:extLst>
          </p:cNvPr>
          <p:cNvGrpSpPr/>
          <p:nvPr/>
        </p:nvGrpSpPr>
        <p:grpSpPr>
          <a:xfrm>
            <a:off x="265328" y="278555"/>
            <a:ext cx="1300211" cy="1338331"/>
            <a:chOff x="265323" y="278542"/>
            <a:chExt cx="1201674" cy="1236905"/>
          </a:xfrm>
        </p:grpSpPr>
        <p:sp>
          <p:nvSpPr>
            <p:cNvPr id="695" name="Google Shape;695;p35">
              <a:extLst>
                <a:ext uri="{FF2B5EF4-FFF2-40B4-BE49-F238E27FC236}">
                  <a16:creationId xmlns:a16="http://schemas.microsoft.com/office/drawing/2014/main" id="{B2F2DF75-B666-03C4-5328-F50D391E34DE}"/>
                </a:ext>
              </a:extLst>
            </p:cNvPr>
            <p:cNvSpPr/>
            <p:nvPr/>
          </p:nvSpPr>
          <p:spPr>
            <a:xfrm rot="1088652">
              <a:off x="396683" y="400336"/>
              <a:ext cx="935135" cy="992968"/>
            </a:xfrm>
            <a:custGeom>
              <a:avLst/>
              <a:gdLst/>
              <a:ahLst/>
              <a:cxnLst/>
              <a:rect l="l" t="t" r="r" b="b"/>
              <a:pathLst>
                <a:path w="10122" h="10748" extrusionOk="0">
                  <a:moveTo>
                    <a:pt x="4864" y="0"/>
                  </a:moveTo>
                  <a:cubicBezTo>
                    <a:pt x="4848" y="0"/>
                    <a:pt x="4832" y="1"/>
                    <a:pt x="4815" y="3"/>
                  </a:cubicBezTo>
                  <a:cubicBezTo>
                    <a:pt x="4600" y="27"/>
                    <a:pt x="4444" y="243"/>
                    <a:pt x="4240" y="303"/>
                  </a:cubicBezTo>
                  <a:cubicBezTo>
                    <a:pt x="4196" y="315"/>
                    <a:pt x="4153" y="320"/>
                    <a:pt x="4110" y="320"/>
                  </a:cubicBezTo>
                  <a:cubicBezTo>
                    <a:pt x="3942" y="320"/>
                    <a:pt x="3780" y="240"/>
                    <a:pt x="3618" y="183"/>
                  </a:cubicBezTo>
                  <a:cubicBezTo>
                    <a:pt x="3526" y="156"/>
                    <a:pt x="3423" y="134"/>
                    <a:pt x="3325" y="134"/>
                  </a:cubicBezTo>
                  <a:cubicBezTo>
                    <a:pt x="3204" y="134"/>
                    <a:pt x="3091" y="167"/>
                    <a:pt x="3019" y="267"/>
                  </a:cubicBezTo>
                  <a:cubicBezTo>
                    <a:pt x="3318" y="614"/>
                    <a:pt x="3378" y="1021"/>
                    <a:pt x="3318" y="1428"/>
                  </a:cubicBezTo>
                  <a:cubicBezTo>
                    <a:pt x="3282" y="1428"/>
                    <a:pt x="3210" y="1404"/>
                    <a:pt x="3174" y="1404"/>
                  </a:cubicBezTo>
                  <a:cubicBezTo>
                    <a:pt x="3174" y="1404"/>
                    <a:pt x="3174" y="1524"/>
                    <a:pt x="3258" y="1692"/>
                  </a:cubicBezTo>
                  <a:cubicBezTo>
                    <a:pt x="3222" y="1860"/>
                    <a:pt x="3138" y="2027"/>
                    <a:pt x="3067" y="2171"/>
                  </a:cubicBezTo>
                  <a:cubicBezTo>
                    <a:pt x="2947" y="2399"/>
                    <a:pt x="2863" y="2638"/>
                    <a:pt x="2719" y="2842"/>
                  </a:cubicBezTo>
                  <a:cubicBezTo>
                    <a:pt x="2324" y="3465"/>
                    <a:pt x="1905" y="4063"/>
                    <a:pt x="1546" y="4686"/>
                  </a:cubicBezTo>
                  <a:cubicBezTo>
                    <a:pt x="1066" y="5537"/>
                    <a:pt x="647" y="6423"/>
                    <a:pt x="288" y="7333"/>
                  </a:cubicBezTo>
                  <a:cubicBezTo>
                    <a:pt x="132" y="7728"/>
                    <a:pt x="0" y="8160"/>
                    <a:pt x="0" y="8567"/>
                  </a:cubicBezTo>
                  <a:cubicBezTo>
                    <a:pt x="0" y="8794"/>
                    <a:pt x="48" y="9010"/>
                    <a:pt x="132" y="9214"/>
                  </a:cubicBezTo>
                  <a:cubicBezTo>
                    <a:pt x="420" y="9812"/>
                    <a:pt x="1090" y="10088"/>
                    <a:pt x="1737" y="10268"/>
                  </a:cubicBezTo>
                  <a:cubicBezTo>
                    <a:pt x="2847" y="10588"/>
                    <a:pt x="4005" y="10747"/>
                    <a:pt x="5164" y="10747"/>
                  </a:cubicBezTo>
                  <a:cubicBezTo>
                    <a:pt x="6254" y="10747"/>
                    <a:pt x="7345" y="10606"/>
                    <a:pt x="8396" y="10327"/>
                  </a:cubicBezTo>
                  <a:cubicBezTo>
                    <a:pt x="8947" y="10184"/>
                    <a:pt x="9570" y="9956"/>
                    <a:pt x="9846" y="9417"/>
                  </a:cubicBezTo>
                  <a:cubicBezTo>
                    <a:pt x="10121" y="8890"/>
                    <a:pt x="9989" y="8267"/>
                    <a:pt x="9810" y="7716"/>
                  </a:cubicBezTo>
                  <a:cubicBezTo>
                    <a:pt x="9331" y="6195"/>
                    <a:pt x="8624" y="4770"/>
                    <a:pt x="7738" y="3465"/>
                  </a:cubicBezTo>
                  <a:cubicBezTo>
                    <a:pt x="7450" y="3045"/>
                    <a:pt x="7151" y="2602"/>
                    <a:pt x="6827" y="2219"/>
                  </a:cubicBezTo>
                  <a:lnTo>
                    <a:pt x="6432" y="1201"/>
                  </a:lnTo>
                  <a:cubicBezTo>
                    <a:pt x="6432" y="1201"/>
                    <a:pt x="6372" y="1213"/>
                    <a:pt x="6253" y="1225"/>
                  </a:cubicBezTo>
                  <a:cubicBezTo>
                    <a:pt x="6229" y="973"/>
                    <a:pt x="6276" y="722"/>
                    <a:pt x="6408" y="494"/>
                  </a:cubicBezTo>
                  <a:cubicBezTo>
                    <a:pt x="6468" y="410"/>
                    <a:pt x="6540" y="303"/>
                    <a:pt x="6516" y="195"/>
                  </a:cubicBezTo>
                  <a:cubicBezTo>
                    <a:pt x="6483" y="95"/>
                    <a:pt x="6369" y="47"/>
                    <a:pt x="6254" y="47"/>
                  </a:cubicBezTo>
                  <a:cubicBezTo>
                    <a:pt x="6204" y="47"/>
                    <a:pt x="6153" y="57"/>
                    <a:pt x="6109" y="75"/>
                  </a:cubicBezTo>
                  <a:cubicBezTo>
                    <a:pt x="6013" y="123"/>
                    <a:pt x="5929" y="183"/>
                    <a:pt x="5833" y="231"/>
                  </a:cubicBezTo>
                  <a:cubicBezTo>
                    <a:pt x="5797" y="255"/>
                    <a:pt x="5738" y="267"/>
                    <a:pt x="5678" y="267"/>
                  </a:cubicBezTo>
                  <a:cubicBezTo>
                    <a:pt x="5657" y="270"/>
                    <a:pt x="5637" y="272"/>
                    <a:pt x="5617" y="272"/>
                  </a:cubicBezTo>
                  <a:cubicBezTo>
                    <a:pt x="5426" y="272"/>
                    <a:pt x="5252" y="127"/>
                    <a:pt x="5079" y="51"/>
                  </a:cubicBezTo>
                  <a:cubicBezTo>
                    <a:pt x="5000" y="21"/>
                    <a:pt x="4937" y="0"/>
                    <a:pt x="4864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grpSp>
          <p:nvGrpSpPr>
            <p:cNvPr id="696" name="Google Shape;696;p35">
              <a:extLst>
                <a:ext uri="{FF2B5EF4-FFF2-40B4-BE49-F238E27FC236}">
                  <a16:creationId xmlns:a16="http://schemas.microsoft.com/office/drawing/2014/main" id="{7909CD92-EF85-29D2-55C6-8D52FFFBA76E}"/>
                </a:ext>
              </a:extLst>
            </p:cNvPr>
            <p:cNvGrpSpPr/>
            <p:nvPr/>
          </p:nvGrpSpPr>
          <p:grpSpPr>
            <a:xfrm rot="1047827">
              <a:off x="394482" y="397196"/>
              <a:ext cx="944286" cy="999597"/>
              <a:chOff x="588500" y="779300"/>
              <a:chExt cx="253950" cy="268825"/>
            </a:xfrm>
          </p:grpSpPr>
          <p:sp>
            <p:nvSpPr>
              <p:cNvPr id="697" name="Google Shape;697;p35">
                <a:extLst>
                  <a:ext uri="{FF2B5EF4-FFF2-40B4-BE49-F238E27FC236}">
                    <a16:creationId xmlns:a16="http://schemas.microsoft.com/office/drawing/2014/main" id="{DCFC5B49-7C6A-96B4-5960-0675ACDBE52F}"/>
                  </a:ext>
                </a:extLst>
              </p:cNvPr>
              <p:cNvSpPr/>
              <p:nvPr/>
            </p:nvSpPr>
            <p:spPr>
              <a:xfrm>
                <a:off x="588500" y="779300"/>
                <a:ext cx="253950" cy="268825"/>
              </a:xfrm>
              <a:custGeom>
                <a:avLst/>
                <a:gdLst/>
                <a:ahLst/>
                <a:cxnLst/>
                <a:rect l="l" t="t" r="r" b="b"/>
                <a:pathLst>
                  <a:path w="10158" h="10753" extrusionOk="0">
                    <a:moveTo>
                      <a:pt x="4887" y="0"/>
                    </a:moveTo>
                    <a:cubicBezTo>
                      <a:pt x="4867" y="0"/>
                      <a:pt x="4847" y="3"/>
                      <a:pt x="4827" y="8"/>
                    </a:cubicBezTo>
                    <a:cubicBezTo>
                      <a:pt x="4612" y="32"/>
                      <a:pt x="4444" y="248"/>
                      <a:pt x="4240" y="308"/>
                    </a:cubicBezTo>
                    <a:cubicBezTo>
                      <a:pt x="4209" y="314"/>
                      <a:pt x="4177" y="316"/>
                      <a:pt x="4144" y="316"/>
                    </a:cubicBezTo>
                    <a:cubicBezTo>
                      <a:pt x="3978" y="316"/>
                      <a:pt x="3800" y="248"/>
                      <a:pt x="3630" y="188"/>
                    </a:cubicBezTo>
                    <a:cubicBezTo>
                      <a:pt x="3537" y="162"/>
                      <a:pt x="3437" y="143"/>
                      <a:pt x="3343" y="143"/>
                    </a:cubicBezTo>
                    <a:cubicBezTo>
                      <a:pt x="3219" y="143"/>
                      <a:pt x="3106" y="176"/>
                      <a:pt x="3031" y="272"/>
                    </a:cubicBezTo>
                    <a:cubicBezTo>
                      <a:pt x="3522" y="859"/>
                      <a:pt x="3390" y="1565"/>
                      <a:pt x="3067" y="2176"/>
                    </a:cubicBezTo>
                    <a:cubicBezTo>
                      <a:pt x="2947" y="2404"/>
                      <a:pt x="2863" y="2643"/>
                      <a:pt x="2731" y="2847"/>
                    </a:cubicBezTo>
                    <a:cubicBezTo>
                      <a:pt x="2336" y="3458"/>
                      <a:pt x="1905" y="4044"/>
                      <a:pt x="1546" y="4691"/>
                    </a:cubicBezTo>
                    <a:cubicBezTo>
                      <a:pt x="1055" y="5542"/>
                      <a:pt x="635" y="6428"/>
                      <a:pt x="288" y="7338"/>
                    </a:cubicBezTo>
                    <a:cubicBezTo>
                      <a:pt x="144" y="7733"/>
                      <a:pt x="1" y="8153"/>
                      <a:pt x="1" y="8572"/>
                    </a:cubicBezTo>
                    <a:cubicBezTo>
                      <a:pt x="1" y="8799"/>
                      <a:pt x="36" y="9003"/>
                      <a:pt x="144" y="9219"/>
                    </a:cubicBezTo>
                    <a:cubicBezTo>
                      <a:pt x="420" y="9817"/>
                      <a:pt x="1114" y="10093"/>
                      <a:pt x="1737" y="10273"/>
                    </a:cubicBezTo>
                    <a:cubicBezTo>
                      <a:pt x="2860" y="10593"/>
                      <a:pt x="4017" y="10752"/>
                      <a:pt x="5174" y="10752"/>
                    </a:cubicBezTo>
                    <a:cubicBezTo>
                      <a:pt x="6263" y="10752"/>
                      <a:pt x="7351" y="10611"/>
                      <a:pt x="8408" y="10332"/>
                    </a:cubicBezTo>
                    <a:cubicBezTo>
                      <a:pt x="8983" y="10189"/>
                      <a:pt x="9606" y="9949"/>
                      <a:pt x="9882" y="9422"/>
                    </a:cubicBezTo>
                    <a:cubicBezTo>
                      <a:pt x="10157" y="8919"/>
                      <a:pt x="10025" y="8272"/>
                      <a:pt x="9798" y="7709"/>
                    </a:cubicBezTo>
                    <a:cubicBezTo>
                      <a:pt x="9319" y="6200"/>
                      <a:pt x="8612" y="4763"/>
                      <a:pt x="7726" y="3458"/>
                    </a:cubicBezTo>
                    <a:cubicBezTo>
                      <a:pt x="7378" y="2955"/>
                      <a:pt x="7007" y="2404"/>
                      <a:pt x="6588" y="1948"/>
                    </a:cubicBezTo>
                    <a:cubicBezTo>
                      <a:pt x="6241" y="1565"/>
                      <a:pt x="6133" y="966"/>
                      <a:pt x="6408" y="499"/>
                    </a:cubicBezTo>
                    <a:cubicBezTo>
                      <a:pt x="6468" y="403"/>
                      <a:pt x="6552" y="308"/>
                      <a:pt x="6516" y="200"/>
                    </a:cubicBezTo>
                    <a:cubicBezTo>
                      <a:pt x="6493" y="90"/>
                      <a:pt x="6392" y="47"/>
                      <a:pt x="6282" y="47"/>
                    </a:cubicBezTo>
                    <a:cubicBezTo>
                      <a:pt x="6224" y="47"/>
                      <a:pt x="6163" y="59"/>
                      <a:pt x="6109" y="80"/>
                    </a:cubicBezTo>
                    <a:cubicBezTo>
                      <a:pt x="6025" y="128"/>
                      <a:pt x="5929" y="188"/>
                      <a:pt x="5845" y="224"/>
                    </a:cubicBezTo>
                    <a:cubicBezTo>
                      <a:pt x="5785" y="248"/>
                      <a:pt x="5738" y="272"/>
                      <a:pt x="5678" y="272"/>
                    </a:cubicBezTo>
                    <a:cubicBezTo>
                      <a:pt x="5658" y="275"/>
                      <a:pt x="5639" y="277"/>
                      <a:pt x="5620" y="277"/>
                    </a:cubicBezTo>
                    <a:cubicBezTo>
                      <a:pt x="5436" y="277"/>
                      <a:pt x="5252" y="131"/>
                      <a:pt x="5079" y="44"/>
                    </a:cubicBezTo>
                    <a:cubicBezTo>
                      <a:pt x="5024" y="26"/>
                      <a:pt x="4954" y="0"/>
                      <a:pt x="48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5">
                <a:extLst>
                  <a:ext uri="{FF2B5EF4-FFF2-40B4-BE49-F238E27FC236}">
                    <a16:creationId xmlns:a16="http://schemas.microsoft.com/office/drawing/2014/main" id="{79AA9417-5D00-D47B-C443-052D45416D78}"/>
                  </a:ext>
                </a:extLst>
              </p:cNvPr>
              <p:cNvSpPr/>
              <p:nvPr/>
            </p:nvSpPr>
            <p:spPr>
              <a:xfrm>
                <a:off x="588500" y="780475"/>
                <a:ext cx="253950" cy="267650"/>
              </a:xfrm>
              <a:custGeom>
                <a:avLst/>
                <a:gdLst/>
                <a:ahLst/>
                <a:cxnLst/>
                <a:rect l="l" t="t" r="r" b="b"/>
                <a:pathLst>
                  <a:path w="10158" h="10706" extrusionOk="0">
                    <a:moveTo>
                      <a:pt x="6297" y="0"/>
                    </a:moveTo>
                    <a:cubicBezTo>
                      <a:pt x="6237" y="0"/>
                      <a:pt x="6175" y="12"/>
                      <a:pt x="6121" y="33"/>
                    </a:cubicBezTo>
                    <a:cubicBezTo>
                      <a:pt x="6037" y="81"/>
                      <a:pt x="5941" y="141"/>
                      <a:pt x="5857" y="189"/>
                    </a:cubicBezTo>
                    <a:cubicBezTo>
                      <a:pt x="5857" y="201"/>
                      <a:pt x="5845" y="213"/>
                      <a:pt x="5845" y="225"/>
                    </a:cubicBezTo>
                    <a:cubicBezTo>
                      <a:pt x="5570" y="812"/>
                      <a:pt x="5738" y="1518"/>
                      <a:pt x="6097" y="2057"/>
                    </a:cubicBezTo>
                    <a:cubicBezTo>
                      <a:pt x="6444" y="2596"/>
                      <a:pt x="6947" y="2991"/>
                      <a:pt x="7414" y="3446"/>
                    </a:cubicBezTo>
                    <a:cubicBezTo>
                      <a:pt x="7977" y="4021"/>
                      <a:pt x="8492" y="4692"/>
                      <a:pt x="8564" y="5483"/>
                    </a:cubicBezTo>
                    <a:cubicBezTo>
                      <a:pt x="8636" y="6441"/>
                      <a:pt x="8037" y="7339"/>
                      <a:pt x="7331" y="7974"/>
                    </a:cubicBezTo>
                    <a:cubicBezTo>
                      <a:pt x="6217" y="8945"/>
                      <a:pt x="4740" y="9483"/>
                      <a:pt x="3259" y="9483"/>
                    </a:cubicBezTo>
                    <a:cubicBezTo>
                      <a:pt x="3243" y="9483"/>
                      <a:pt x="3227" y="9483"/>
                      <a:pt x="3210" y="9483"/>
                    </a:cubicBezTo>
                    <a:cubicBezTo>
                      <a:pt x="2085" y="9471"/>
                      <a:pt x="959" y="9124"/>
                      <a:pt x="1" y="8525"/>
                    </a:cubicBezTo>
                    <a:lnTo>
                      <a:pt x="1" y="8525"/>
                    </a:lnTo>
                    <a:cubicBezTo>
                      <a:pt x="1" y="8752"/>
                      <a:pt x="36" y="8956"/>
                      <a:pt x="144" y="9172"/>
                    </a:cubicBezTo>
                    <a:cubicBezTo>
                      <a:pt x="420" y="9770"/>
                      <a:pt x="1114" y="10046"/>
                      <a:pt x="1737" y="10226"/>
                    </a:cubicBezTo>
                    <a:cubicBezTo>
                      <a:pt x="2860" y="10546"/>
                      <a:pt x="4017" y="10705"/>
                      <a:pt x="5174" y="10705"/>
                    </a:cubicBezTo>
                    <a:cubicBezTo>
                      <a:pt x="6263" y="10705"/>
                      <a:pt x="7351" y="10564"/>
                      <a:pt x="8408" y="10285"/>
                    </a:cubicBezTo>
                    <a:cubicBezTo>
                      <a:pt x="8983" y="10142"/>
                      <a:pt x="9606" y="9902"/>
                      <a:pt x="9882" y="9375"/>
                    </a:cubicBezTo>
                    <a:cubicBezTo>
                      <a:pt x="10157" y="8872"/>
                      <a:pt x="10025" y="8225"/>
                      <a:pt x="9810" y="7674"/>
                    </a:cubicBezTo>
                    <a:cubicBezTo>
                      <a:pt x="9331" y="6153"/>
                      <a:pt x="8624" y="4716"/>
                      <a:pt x="7738" y="3423"/>
                    </a:cubicBezTo>
                    <a:cubicBezTo>
                      <a:pt x="7402" y="2908"/>
                      <a:pt x="7019" y="2357"/>
                      <a:pt x="6600" y="1901"/>
                    </a:cubicBezTo>
                    <a:cubicBezTo>
                      <a:pt x="6265" y="1518"/>
                      <a:pt x="6145" y="919"/>
                      <a:pt x="6420" y="452"/>
                    </a:cubicBezTo>
                    <a:cubicBezTo>
                      <a:pt x="6480" y="356"/>
                      <a:pt x="6564" y="261"/>
                      <a:pt x="6528" y="153"/>
                    </a:cubicBezTo>
                    <a:cubicBezTo>
                      <a:pt x="6512" y="43"/>
                      <a:pt x="6410" y="0"/>
                      <a:pt x="62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5">
                <a:extLst>
                  <a:ext uri="{FF2B5EF4-FFF2-40B4-BE49-F238E27FC236}">
                    <a16:creationId xmlns:a16="http://schemas.microsoft.com/office/drawing/2014/main" id="{37F38E44-9610-644D-FACC-51BD3496BCB8}"/>
                  </a:ext>
                </a:extLst>
              </p:cNvPr>
              <p:cNvSpPr/>
              <p:nvPr/>
            </p:nvSpPr>
            <p:spPr>
              <a:xfrm>
                <a:off x="668450" y="809425"/>
                <a:ext cx="91650" cy="45550"/>
              </a:xfrm>
              <a:custGeom>
                <a:avLst/>
                <a:gdLst/>
                <a:ahLst/>
                <a:cxnLst/>
                <a:rect l="l" t="t" r="r" b="b"/>
                <a:pathLst>
                  <a:path w="3666" h="1822" fill="none" extrusionOk="0">
                    <a:moveTo>
                      <a:pt x="3270" y="1"/>
                    </a:moveTo>
                    <a:cubicBezTo>
                      <a:pt x="3270" y="1"/>
                      <a:pt x="1450" y="360"/>
                      <a:pt x="0" y="204"/>
                    </a:cubicBezTo>
                    <a:cubicBezTo>
                      <a:pt x="0" y="204"/>
                      <a:pt x="72" y="1821"/>
                      <a:pt x="3665" y="1019"/>
                    </a:cubicBezTo>
                  </a:path>
                </a:pathLst>
              </a:custGeom>
              <a:noFill/>
              <a:ln w="5700" cap="rnd" cmpd="sng">
                <a:solidFill>
                  <a:schemeClr val="accent6"/>
                </a:solidFill>
                <a:prstDash val="solid"/>
                <a:miter lim="119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00" name="Google Shape;700;p35">
            <a:extLst>
              <a:ext uri="{FF2B5EF4-FFF2-40B4-BE49-F238E27FC236}">
                <a16:creationId xmlns:a16="http://schemas.microsoft.com/office/drawing/2014/main" id="{EB046A74-2A83-E650-F07B-35C5FED0E556}"/>
              </a:ext>
            </a:extLst>
          </p:cNvPr>
          <p:cNvSpPr/>
          <p:nvPr/>
        </p:nvSpPr>
        <p:spPr>
          <a:xfrm>
            <a:off x="2914700" y="4360925"/>
            <a:ext cx="12600" cy="100925"/>
          </a:xfrm>
          <a:custGeom>
            <a:avLst/>
            <a:gdLst/>
            <a:ahLst/>
            <a:cxnLst/>
            <a:rect l="l" t="t" r="r" b="b"/>
            <a:pathLst>
              <a:path w="504" h="4037" extrusionOk="0">
                <a:moveTo>
                  <a:pt x="0" y="0"/>
                </a:moveTo>
                <a:lnTo>
                  <a:pt x="503" y="4036"/>
                </a:lnTo>
                <a:cubicBezTo>
                  <a:pt x="384" y="2288"/>
                  <a:pt x="1" y="1"/>
                  <a:pt x="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A group of men putting garbage into a bag&#10;&#10;AI-generated content may be incorrect.">
            <a:extLst>
              <a:ext uri="{FF2B5EF4-FFF2-40B4-BE49-F238E27FC236}">
                <a16:creationId xmlns:a16="http://schemas.microsoft.com/office/drawing/2014/main" id="{2A4487D9-9CB0-D560-6348-89DFE9814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86" y="1902027"/>
            <a:ext cx="1625126" cy="1081447"/>
          </a:xfrm>
          <a:prstGeom prst="rect">
            <a:avLst/>
          </a:prstGeom>
          <a:noFill/>
          <a:ln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69DC7E-CC3E-3AD3-EECF-D5BB5DBA1B89}"/>
              </a:ext>
            </a:extLst>
          </p:cNvPr>
          <p:cNvSpPr txBox="1"/>
          <p:nvPr/>
        </p:nvSpPr>
        <p:spPr>
          <a:xfrm>
            <a:off x="197186" y="2953773"/>
            <a:ext cx="17319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highlight>
                  <a:srgbClr val="FFFF00"/>
                </a:highlight>
              </a:rPr>
              <a:t>South Africa's recycling system is built on the backs of </a:t>
            </a:r>
            <a:r>
              <a:rPr lang="en-GB" sz="1050" b="1" dirty="0">
                <a:highlight>
                  <a:srgbClr val="FFFF00"/>
                </a:highlight>
              </a:rPr>
              <a:t>90,000+ informal collectors</a:t>
            </a:r>
            <a:r>
              <a:rPr lang="en-GB" sz="1050" dirty="0">
                <a:highlight>
                  <a:srgbClr val="FFFF00"/>
                </a:highlight>
              </a:rPr>
              <a:t>.</a:t>
            </a:r>
            <a:endParaRPr lang="en-ZA" sz="105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10812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>
          <a:extLst>
            <a:ext uri="{FF2B5EF4-FFF2-40B4-BE49-F238E27FC236}">
              <a16:creationId xmlns:a16="http://schemas.microsoft.com/office/drawing/2014/main" id="{D57751B2-7F5B-6D3A-4A6B-2EAAAF95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5">
            <a:extLst>
              <a:ext uri="{FF2B5EF4-FFF2-40B4-BE49-F238E27FC236}">
                <a16:creationId xmlns:a16="http://schemas.microsoft.com/office/drawing/2014/main" id="{EBBD5F4B-9B6D-8DFB-2856-1C1CFC177C86}"/>
              </a:ext>
            </a:extLst>
          </p:cNvPr>
          <p:cNvSpPr/>
          <p:nvPr/>
        </p:nvSpPr>
        <p:spPr>
          <a:xfrm>
            <a:off x="6421866" y="1609352"/>
            <a:ext cx="1180800" cy="1180800"/>
          </a:xfrm>
          <a:prstGeom prst="ellipse">
            <a:avLst/>
          </a:prstGeom>
          <a:solidFill>
            <a:schemeClr val="accent1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35">
            <a:extLst>
              <a:ext uri="{FF2B5EF4-FFF2-40B4-BE49-F238E27FC236}">
                <a16:creationId xmlns:a16="http://schemas.microsoft.com/office/drawing/2014/main" id="{206F70A3-84FA-760B-F866-C29D3ECF1A54}"/>
              </a:ext>
            </a:extLst>
          </p:cNvPr>
          <p:cNvSpPr/>
          <p:nvPr/>
        </p:nvSpPr>
        <p:spPr>
          <a:xfrm>
            <a:off x="3981525" y="1622580"/>
            <a:ext cx="1180800" cy="1180800"/>
          </a:xfrm>
          <a:prstGeom prst="ellipse">
            <a:avLst/>
          </a:prstGeom>
          <a:solidFill>
            <a:schemeClr val="accent5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35">
            <a:extLst>
              <a:ext uri="{FF2B5EF4-FFF2-40B4-BE49-F238E27FC236}">
                <a16:creationId xmlns:a16="http://schemas.microsoft.com/office/drawing/2014/main" id="{B0193A72-FE7D-CD14-1780-C1B1F7ADC144}"/>
              </a:ext>
            </a:extLst>
          </p:cNvPr>
          <p:cNvSpPr/>
          <p:nvPr/>
        </p:nvSpPr>
        <p:spPr>
          <a:xfrm>
            <a:off x="1592763" y="1616887"/>
            <a:ext cx="1180800" cy="1180800"/>
          </a:xfrm>
          <a:prstGeom prst="ellipse">
            <a:avLst/>
          </a:prstGeom>
          <a:solidFill>
            <a:schemeClr val="lt1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35">
            <a:extLst>
              <a:ext uri="{FF2B5EF4-FFF2-40B4-BE49-F238E27FC236}">
                <a16:creationId xmlns:a16="http://schemas.microsoft.com/office/drawing/2014/main" id="{45A77331-8B29-987D-48EF-8B773C619A0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410775" y="2853090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000" b="1" dirty="0"/>
              <a:t>Instant, </a:t>
            </a:r>
            <a:br>
              <a:rPr lang="en-ZA" sz="2000" b="1" dirty="0"/>
            </a:br>
            <a:r>
              <a:rPr lang="en-ZA" sz="2000" b="1" dirty="0"/>
              <a:t>Fair Rewards</a:t>
            </a:r>
            <a:endParaRPr sz="2000" dirty="0"/>
          </a:p>
        </p:txBody>
      </p:sp>
      <p:sp>
        <p:nvSpPr>
          <p:cNvPr id="685" name="Google Shape;685;p35">
            <a:extLst>
              <a:ext uri="{FF2B5EF4-FFF2-40B4-BE49-F238E27FC236}">
                <a16:creationId xmlns:a16="http://schemas.microsoft.com/office/drawing/2014/main" id="{F511285C-0A5C-E2C1-2799-B122B6857CB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535259" y="3787793"/>
            <a:ext cx="2073331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Collectors earn </a:t>
            </a:r>
            <a:r>
              <a:rPr lang="en-GB" sz="1600" b="1" dirty="0"/>
              <a:t>"EcoCoin"</a:t>
            </a:r>
            <a:r>
              <a:rPr lang="en-GB" sz="1600" dirty="0"/>
              <a:t> (an HTS token) for every drop-off, replacing vague cash payments.</a:t>
            </a:r>
            <a:endParaRPr sz="1100" dirty="0"/>
          </a:p>
        </p:txBody>
      </p:sp>
      <p:sp>
        <p:nvSpPr>
          <p:cNvPr id="686" name="Google Shape;686;p35">
            <a:extLst>
              <a:ext uri="{FF2B5EF4-FFF2-40B4-BE49-F238E27FC236}">
                <a16:creationId xmlns:a16="http://schemas.microsoft.com/office/drawing/2014/main" id="{04795214-89D9-4A77-32D2-916DA2729C7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695025" y="1918387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" dirty="0"/>
              <a:t>💰</a:t>
            </a:r>
            <a:endParaRPr dirty="0"/>
          </a:p>
        </p:txBody>
      </p:sp>
      <p:sp>
        <p:nvSpPr>
          <p:cNvPr id="687" name="Google Shape;687;p35">
            <a:extLst>
              <a:ext uri="{FF2B5EF4-FFF2-40B4-BE49-F238E27FC236}">
                <a16:creationId xmlns:a16="http://schemas.microsoft.com/office/drawing/2014/main" id="{38C4B072-D87C-DD35-C14C-06BD52F62CE6}"/>
              </a:ext>
            </a:extLst>
          </p:cNvPr>
          <p:cNvSpPr txBox="1">
            <a:spLocks noGrp="1"/>
          </p:cNvSpPr>
          <p:nvPr>
            <p:ph type="ctrTitle" idx="3"/>
          </p:nvPr>
        </p:nvSpPr>
        <p:spPr>
          <a:xfrm>
            <a:off x="5862175" y="2860330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The "Proof of Income" Report</a:t>
            </a:r>
            <a:endParaRPr sz="2000" dirty="0"/>
          </a:p>
        </p:txBody>
      </p:sp>
      <p:sp>
        <p:nvSpPr>
          <p:cNvPr id="688" name="Google Shape;688;p35">
            <a:extLst>
              <a:ext uri="{FF2B5EF4-FFF2-40B4-BE49-F238E27FC236}">
                <a16:creationId xmlns:a16="http://schemas.microsoft.com/office/drawing/2014/main" id="{BAC4EDC5-6E0A-3CA3-74B9-6FE2E5B8661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549910" y="3739630"/>
            <a:ext cx="2946829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This is our key innovation. Using HCS, we create an immutable, auditable log of their earnings—a document they can take to a bank.</a:t>
            </a:r>
            <a:endParaRPr sz="1100" dirty="0"/>
          </a:p>
        </p:txBody>
      </p:sp>
      <p:sp>
        <p:nvSpPr>
          <p:cNvPr id="689" name="Google Shape;689;p35">
            <a:extLst>
              <a:ext uri="{FF2B5EF4-FFF2-40B4-BE49-F238E27FC236}">
                <a16:creationId xmlns:a16="http://schemas.microsoft.com/office/drawing/2014/main" id="{EBBF1CB8-B097-BCE8-9C75-C88A6AD29F46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6146425" y="1910852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📑</a:t>
            </a:r>
            <a:endParaRPr dirty="0"/>
          </a:p>
        </p:txBody>
      </p:sp>
      <p:sp>
        <p:nvSpPr>
          <p:cNvPr id="690" name="Google Shape;690;p35">
            <a:extLst>
              <a:ext uri="{FF2B5EF4-FFF2-40B4-BE49-F238E27FC236}">
                <a16:creationId xmlns:a16="http://schemas.microsoft.com/office/drawing/2014/main" id="{704E0461-5A52-AFDF-34C1-C5C64E7E6FED}"/>
              </a:ext>
            </a:extLst>
          </p:cNvPr>
          <p:cNvSpPr txBox="1">
            <a:spLocks noGrp="1"/>
          </p:cNvSpPr>
          <p:nvPr>
            <p:ph type="ctrTitle" idx="6"/>
          </p:nvPr>
        </p:nvSpPr>
        <p:spPr>
          <a:xfrm>
            <a:off x="1022013" y="2860330"/>
            <a:ext cx="232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/>
              <a:t>A Digital Wallet for Every Collector</a:t>
            </a:r>
            <a:endParaRPr sz="2000" dirty="0"/>
          </a:p>
        </p:txBody>
      </p:sp>
      <p:sp>
        <p:nvSpPr>
          <p:cNvPr id="691" name="Google Shape;691;p35">
            <a:extLst>
              <a:ext uri="{FF2B5EF4-FFF2-40B4-BE49-F238E27FC236}">
                <a16:creationId xmlns:a16="http://schemas.microsoft.com/office/drawing/2014/main" id="{9422D8BC-F3A8-8B22-CEBA-76254AA9366B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034613" y="3778179"/>
            <a:ext cx="22971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We provide an easy-to-use app that automatically creates a secure Hedera account for every user.</a:t>
            </a:r>
            <a:endParaRPr sz="1100" dirty="0"/>
          </a:p>
        </p:txBody>
      </p:sp>
      <p:sp>
        <p:nvSpPr>
          <p:cNvPr id="692" name="Google Shape;692;p35">
            <a:extLst>
              <a:ext uri="{FF2B5EF4-FFF2-40B4-BE49-F238E27FC236}">
                <a16:creationId xmlns:a16="http://schemas.microsoft.com/office/drawing/2014/main" id="{E2362EDC-621D-7F37-8558-555B64ABB8B8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1337244" y="1817290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ZA" dirty="0"/>
              <a:t>💳</a:t>
            </a:r>
            <a:endParaRPr dirty="0"/>
          </a:p>
        </p:txBody>
      </p:sp>
      <p:sp>
        <p:nvSpPr>
          <p:cNvPr id="693" name="Google Shape;693;p35">
            <a:extLst>
              <a:ext uri="{FF2B5EF4-FFF2-40B4-BE49-F238E27FC236}">
                <a16:creationId xmlns:a16="http://schemas.microsoft.com/office/drawing/2014/main" id="{EFA72449-58D9-E7E5-D5A2-EAB22D5D3328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721725" y="535000"/>
            <a:ext cx="7700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The Solution</a:t>
            </a:r>
            <a:endParaRPr sz="6600" dirty="0"/>
          </a:p>
        </p:txBody>
      </p:sp>
      <p:grpSp>
        <p:nvGrpSpPr>
          <p:cNvPr id="694" name="Google Shape;694;p35">
            <a:extLst>
              <a:ext uri="{FF2B5EF4-FFF2-40B4-BE49-F238E27FC236}">
                <a16:creationId xmlns:a16="http://schemas.microsoft.com/office/drawing/2014/main" id="{361AB1B8-21E3-422F-36F8-55E2BFBF8071}"/>
              </a:ext>
            </a:extLst>
          </p:cNvPr>
          <p:cNvGrpSpPr/>
          <p:nvPr/>
        </p:nvGrpSpPr>
        <p:grpSpPr>
          <a:xfrm>
            <a:off x="265328" y="278555"/>
            <a:ext cx="1300211" cy="1338331"/>
            <a:chOff x="265323" y="278542"/>
            <a:chExt cx="1201674" cy="1236905"/>
          </a:xfrm>
        </p:grpSpPr>
        <p:sp>
          <p:nvSpPr>
            <p:cNvPr id="695" name="Google Shape;695;p35">
              <a:extLst>
                <a:ext uri="{FF2B5EF4-FFF2-40B4-BE49-F238E27FC236}">
                  <a16:creationId xmlns:a16="http://schemas.microsoft.com/office/drawing/2014/main" id="{2F82AC36-1F9F-D035-ED26-05F1F9710835}"/>
                </a:ext>
              </a:extLst>
            </p:cNvPr>
            <p:cNvSpPr/>
            <p:nvPr/>
          </p:nvSpPr>
          <p:spPr>
            <a:xfrm rot="1088652">
              <a:off x="396683" y="400336"/>
              <a:ext cx="935135" cy="992968"/>
            </a:xfrm>
            <a:custGeom>
              <a:avLst/>
              <a:gdLst/>
              <a:ahLst/>
              <a:cxnLst/>
              <a:rect l="l" t="t" r="r" b="b"/>
              <a:pathLst>
                <a:path w="10122" h="10748" extrusionOk="0">
                  <a:moveTo>
                    <a:pt x="4864" y="0"/>
                  </a:moveTo>
                  <a:cubicBezTo>
                    <a:pt x="4848" y="0"/>
                    <a:pt x="4832" y="1"/>
                    <a:pt x="4815" y="3"/>
                  </a:cubicBezTo>
                  <a:cubicBezTo>
                    <a:pt x="4600" y="27"/>
                    <a:pt x="4444" y="243"/>
                    <a:pt x="4240" y="303"/>
                  </a:cubicBezTo>
                  <a:cubicBezTo>
                    <a:pt x="4196" y="315"/>
                    <a:pt x="4153" y="320"/>
                    <a:pt x="4110" y="320"/>
                  </a:cubicBezTo>
                  <a:cubicBezTo>
                    <a:pt x="3942" y="320"/>
                    <a:pt x="3780" y="240"/>
                    <a:pt x="3618" y="183"/>
                  </a:cubicBezTo>
                  <a:cubicBezTo>
                    <a:pt x="3526" y="156"/>
                    <a:pt x="3423" y="134"/>
                    <a:pt x="3325" y="134"/>
                  </a:cubicBezTo>
                  <a:cubicBezTo>
                    <a:pt x="3204" y="134"/>
                    <a:pt x="3091" y="167"/>
                    <a:pt x="3019" y="267"/>
                  </a:cubicBezTo>
                  <a:cubicBezTo>
                    <a:pt x="3318" y="614"/>
                    <a:pt x="3378" y="1021"/>
                    <a:pt x="3318" y="1428"/>
                  </a:cubicBezTo>
                  <a:cubicBezTo>
                    <a:pt x="3282" y="1428"/>
                    <a:pt x="3210" y="1404"/>
                    <a:pt x="3174" y="1404"/>
                  </a:cubicBezTo>
                  <a:cubicBezTo>
                    <a:pt x="3174" y="1404"/>
                    <a:pt x="3174" y="1524"/>
                    <a:pt x="3258" y="1692"/>
                  </a:cubicBezTo>
                  <a:cubicBezTo>
                    <a:pt x="3222" y="1860"/>
                    <a:pt x="3138" y="2027"/>
                    <a:pt x="3067" y="2171"/>
                  </a:cubicBezTo>
                  <a:cubicBezTo>
                    <a:pt x="2947" y="2399"/>
                    <a:pt x="2863" y="2638"/>
                    <a:pt x="2719" y="2842"/>
                  </a:cubicBezTo>
                  <a:cubicBezTo>
                    <a:pt x="2324" y="3465"/>
                    <a:pt x="1905" y="4063"/>
                    <a:pt x="1546" y="4686"/>
                  </a:cubicBezTo>
                  <a:cubicBezTo>
                    <a:pt x="1066" y="5537"/>
                    <a:pt x="647" y="6423"/>
                    <a:pt x="288" y="7333"/>
                  </a:cubicBezTo>
                  <a:cubicBezTo>
                    <a:pt x="132" y="7728"/>
                    <a:pt x="0" y="8160"/>
                    <a:pt x="0" y="8567"/>
                  </a:cubicBezTo>
                  <a:cubicBezTo>
                    <a:pt x="0" y="8794"/>
                    <a:pt x="48" y="9010"/>
                    <a:pt x="132" y="9214"/>
                  </a:cubicBezTo>
                  <a:cubicBezTo>
                    <a:pt x="420" y="9812"/>
                    <a:pt x="1090" y="10088"/>
                    <a:pt x="1737" y="10268"/>
                  </a:cubicBezTo>
                  <a:cubicBezTo>
                    <a:pt x="2847" y="10588"/>
                    <a:pt x="4005" y="10747"/>
                    <a:pt x="5164" y="10747"/>
                  </a:cubicBezTo>
                  <a:cubicBezTo>
                    <a:pt x="6254" y="10747"/>
                    <a:pt x="7345" y="10606"/>
                    <a:pt x="8396" y="10327"/>
                  </a:cubicBezTo>
                  <a:cubicBezTo>
                    <a:pt x="8947" y="10184"/>
                    <a:pt x="9570" y="9956"/>
                    <a:pt x="9846" y="9417"/>
                  </a:cubicBezTo>
                  <a:cubicBezTo>
                    <a:pt x="10121" y="8890"/>
                    <a:pt x="9989" y="8267"/>
                    <a:pt x="9810" y="7716"/>
                  </a:cubicBezTo>
                  <a:cubicBezTo>
                    <a:pt x="9331" y="6195"/>
                    <a:pt x="8624" y="4770"/>
                    <a:pt x="7738" y="3465"/>
                  </a:cubicBezTo>
                  <a:cubicBezTo>
                    <a:pt x="7450" y="3045"/>
                    <a:pt x="7151" y="2602"/>
                    <a:pt x="6827" y="2219"/>
                  </a:cubicBezTo>
                  <a:lnTo>
                    <a:pt x="6432" y="1201"/>
                  </a:lnTo>
                  <a:cubicBezTo>
                    <a:pt x="6432" y="1201"/>
                    <a:pt x="6372" y="1213"/>
                    <a:pt x="6253" y="1225"/>
                  </a:cubicBezTo>
                  <a:cubicBezTo>
                    <a:pt x="6229" y="973"/>
                    <a:pt x="6276" y="722"/>
                    <a:pt x="6408" y="494"/>
                  </a:cubicBezTo>
                  <a:cubicBezTo>
                    <a:pt x="6468" y="410"/>
                    <a:pt x="6540" y="303"/>
                    <a:pt x="6516" y="195"/>
                  </a:cubicBezTo>
                  <a:cubicBezTo>
                    <a:pt x="6483" y="95"/>
                    <a:pt x="6369" y="47"/>
                    <a:pt x="6254" y="47"/>
                  </a:cubicBezTo>
                  <a:cubicBezTo>
                    <a:pt x="6204" y="47"/>
                    <a:pt x="6153" y="57"/>
                    <a:pt x="6109" y="75"/>
                  </a:cubicBezTo>
                  <a:cubicBezTo>
                    <a:pt x="6013" y="123"/>
                    <a:pt x="5929" y="183"/>
                    <a:pt x="5833" y="231"/>
                  </a:cubicBezTo>
                  <a:cubicBezTo>
                    <a:pt x="5797" y="255"/>
                    <a:pt x="5738" y="267"/>
                    <a:pt x="5678" y="267"/>
                  </a:cubicBezTo>
                  <a:cubicBezTo>
                    <a:pt x="5657" y="270"/>
                    <a:pt x="5637" y="272"/>
                    <a:pt x="5617" y="272"/>
                  </a:cubicBezTo>
                  <a:cubicBezTo>
                    <a:pt x="5426" y="272"/>
                    <a:pt x="5252" y="127"/>
                    <a:pt x="5079" y="51"/>
                  </a:cubicBezTo>
                  <a:cubicBezTo>
                    <a:pt x="5000" y="21"/>
                    <a:pt x="4937" y="0"/>
                    <a:pt x="4864" y="0"/>
                  </a:cubicBezTo>
                  <a:close/>
                </a:path>
              </a:pathLst>
            </a:custGeom>
            <a:solidFill>
              <a:schemeClr val="accent6"/>
            </a:solidFill>
            <a:ln w="1143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grpSp>
          <p:nvGrpSpPr>
            <p:cNvPr id="696" name="Google Shape;696;p35">
              <a:extLst>
                <a:ext uri="{FF2B5EF4-FFF2-40B4-BE49-F238E27FC236}">
                  <a16:creationId xmlns:a16="http://schemas.microsoft.com/office/drawing/2014/main" id="{CD728E84-5AE2-4D53-8D82-465D88F04CFE}"/>
                </a:ext>
              </a:extLst>
            </p:cNvPr>
            <p:cNvGrpSpPr/>
            <p:nvPr/>
          </p:nvGrpSpPr>
          <p:grpSpPr>
            <a:xfrm rot="1047827">
              <a:off x="394482" y="397196"/>
              <a:ext cx="944286" cy="999597"/>
              <a:chOff x="588500" y="779300"/>
              <a:chExt cx="253950" cy="268825"/>
            </a:xfrm>
          </p:grpSpPr>
          <p:sp>
            <p:nvSpPr>
              <p:cNvPr id="697" name="Google Shape;697;p35">
                <a:extLst>
                  <a:ext uri="{FF2B5EF4-FFF2-40B4-BE49-F238E27FC236}">
                    <a16:creationId xmlns:a16="http://schemas.microsoft.com/office/drawing/2014/main" id="{8D29B784-3221-2654-BCBD-9A4FBBE693C8}"/>
                  </a:ext>
                </a:extLst>
              </p:cNvPr>
              <p:cNvSpPr/>
              <p:nvPr/>
            </p:nvSpPr>
            <p:spPr>
              <a:xfrm>
                <a:off x="588500" y="779300"/>
                <a:ext cx="253950" cy="268825"/>
              </a:xfrm>
              <a:custGeom>
                <a:avLst/>
                <a:gdLst/>
                <a:ahLst/>
                <a:cxnLst/>
                <a:rect l="l" t="t" r="r" b="b"/>
                <a:pathLst>
                  <a:path w="10158" h="10753" extrusionOk="0">
                    <a:moveTo>
                      <a:pt x="4887" y="0"/>
                    </a:moveTo>
                    <a:cubicBezTo>
                      <a:pt x="4867" y="0"/>
                      <a:pt x="4847" y="3"/>
                      <a:pt x="4827" y="8"/>
                    </a:cubicBezTo>
                    <a:cubicBezTo>
                      <a:pt x="4612" y="32"/>
                      <a:pt x="4444" y="248"/>
                      <a:pt x="4240" y="308"/>
                    </a:cubicBezTo>
                    <a:cubicBezTo>
                      <a:pt x="4209" y="314"/>
                      <a:pt x="4177" y="316"/>
                      <a:pt x="4144" y="316"/>
                    </a:cubicBezTo>
                    <a:cubicBezTo>
                      <a:pt x="3978" y="316"/>
                      <a:pt x="3800" y="248"/>
                      <a:pt x="3630" y="188"/>
                    </a:cubicBezTo>
                    <a:cubicBezTo>
                      <a:pt x="3537" y="162"/>
                      <a:pt x="3437" y="143"/>
                      <a:pt x="3343" y="143"/>
                    </a:cubicBezTo>
                    <a:cubicBezTo>
                      <a:pt x="3219" y="143"/>
                      <a:pt x="3106" y="176"/>
                      <a:pt x="3031" y="272"/>
                    </a:cubicBezTo>
                    <a:cubicBezTo>
                      <a:pt x="3522" y="859"/>
                      <a:pt x="3390" y="1565"/>
                      <a:pt x="3067" y="2176"/>
                    </a:cubicBezTo>
                    <a:cubicBezTo>
                      <a:pt x="2947" y="2404"/>
                      <a:pt x="2863" y="2643"/>
                      <a:pt x="2731" y="2847"/>
                    </a:cubicBezTo>
                    <a:cubicBezTo>
                      <a:pt x="2336" y="3458"/>
                      <a:pt x="1905" y="4044"/>
                      <a:pt x="1546" y="4691"/>
                    </a:cubicBezTo>
                    <a:cubicBezTo>
                      <a:pt x="1055" y="5542"/>
                      <a:pt x="635" y="6428"/>
                      <a:pt x="288" y="7338"/>
                    </a:cubicBezTo>
                    <a:cubicBezTo>
                      <a:pt x="144" y="7733"/>
                      <a:pt x="1" y="8153"/>
                      <a:pt x="1" y="8572"/>
                    </a:cubicBezTo>
                    <a:cubicBezTo>
                      <a:pt x="1" y="8799"/>
                      <a:pt x="36" y="9003"/>
                      <a:pt x="144" y="9219"/>
                    </a:cubicBezTo>
                    <a:cubicBezTo>
                      <a:pt x="420" y="9817"/>
                      <a:pt x="1114" y="10093"/>
                      <a:pt x="1737" y="10273"/>
                    </a:cubicBezTo>
                    <a:cubicBezTo>
                      <a:pt x="2860" y="10593"/>
                      <a:pt x="4017" y="10752"/>
                      <a:pt x="5174" y="10752"/>
                    </a:cubicBezTo>
                    <a:cubicBezTo>
                      <a:pt x="6263" y="10752"/>
                      <a:pt x="7351" y="10611"/>
                      <a:pt x="8408" y="10332"/>
                    </a:cubicBezTo>
                    <a:cubicBezTo>
                      <a:pt x="8983" y="10189"/>
                      <a:pt x="9606" y="9949"/>
                      <a:pt x="9882" y="9422"/>
                    </a:cubicBezTo>
                    <a:cubicBezTo>
                      <a:pt x="10157" y="8919"/>
                      <a:pt x="10025" y="8272"/>
                      <a:pt x="9798" y="7709"/>
                    </a:cubicBezTo>
                    <a:cubicBezTo>
                      <a:pt x="9319" y="6200"/>
                      <a:pt x="8612" y="4763"/>
                      <a:pt x="7726" y="3458"/>
                    </a:cubicBezTo>
                    <a:cubicBezTo>
                      <a:pt x="7378" y="2955"/>
                      <a:pt x="7007" y="2404"/>
                      <a:pt x="6588" y="1948"/>
                    </a:cubicBezTo>
                    <a:cubicBezTo>
                      <a:pt x="6241" y="1565"/>
                      <a:pt x="6133" y="966"/>
                      <a:pt x="6408" y="499"/>
                    </a:cubicBezTo>
                    <a:cubicBezTo>
                      <a:pt x="6468" y="403"/>
                      <a:pt x="6552" y="308"/>
                      <a:pt x="6516" y="200"/>
                    </a:cubicBezTo>
                    <a:cubicBezTo>
                      <a:pt x="6493" y="90"/>
                      <a:pt x="6392" y="47"/>
                      <a:pt x="6282" y="47"/>
                    </a:cubicBezTo>
                    <a:cubicBezTo>
                      <a:pt x="6224" y="47"/>
                      <a:pt x="6163" y="59"/>
                      <a:pt x="6109" y="80"/>
                    </a:cubicBezTo>
                    <a:cubicBezTo>
                      <a:pt x="6025" y="128"/>
                      <a:pt x="5929" y="188"/>
                      <a:pt x="5845" y="224"/>
                    </a:cubicBezTo>
                    <a:cubicBezTo>
                      <a:pt x="5785" y="248"/>
                      <a:pt x="5738" y="272"/>
                      <a:pt x="5678" y="272"/>
                    </a:cubicBezTo>
                    <a:cubicBezTo>
                      <a:pt x="5658" y="275"/>
                      <a:pt x="5639" y="277"/>
                      <a:pt x="5620" y="277"/>
                    </a:cubicBezTo>
                    <a:cubicBezTo>
                      <a:pt x="5436" y="277"/>
                      <a:pt x="5252" y="131"/>
                      <a:pt x="5079" y="44"/>
                    </a:cubicBezTo>
                    <a:cubicBezTo>
                      <a:pt x="5024" y="26"/>
                      <a:pt x="4954" y="0"/>
                      <a:pt x="48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5">
                <a:extLst>
                  <a:ext uri="{FF2B5EF4-FFF2-40B4-BE49-F238E27FC236}">
                    <a16:creationId xmlns:a16="http://schemas.microsoft.com/office/drawing/2014/main" id="{0F5799A6-0F87-50FC-5DD1-4AFE78627FB4}"/>
                  </a:ext>
                </a:extLst>
              </p:cNvPr>
              <p:cNvSpPr/>
              <p:nvPr/>
            </p:nvSpPr>
            <p:spPr>
              <a:xfrm>
                <a:off x="588500" y="780475"/>
                <a:ext cx="253950" cy="267650"/>
              </a:xfrm>
              <a:custGeom>
                <a:avLst/>
                <a:gdLst/>
                <a:ahLst/>
                <a:cxnLst/>
                <a:rect l="l" t="t" r="r" b="b"/>
                <a:pathLst>
                  <a:path w="10158" h="10706" extrusionOk="0">
                    <a:moveTo>
                      <a:pt x="6297" y="0"/>
                    </a:moveTo>
                    <a:cubicBezTo>
                      <a:pt x="6237" y="0"/>
                      <a:pt x="6175" y="12"/>
                      <a:pt x="6121" y="33"/>
                    </a:cubicBezTo>
                    <a:cubicBezTo>
                      <a:pt x="6037" y="81"/>
                      <a:pt x="5941" y="141"/>
                      <a:pt x="5857" y="189"/>
                    </a:cubicBezTo>
                    <a:cubicBezTo>
                      <a:pt x="5857" y="201"/>
                      <a:pt x="5845" y="213"/>
                      <a:pt x="5845" y="225"/>
                    </a:cubicBezTo>
                    <a:cubicBezTo>
                      <a:pt x="5570" y="812"/>
                      <a:pt x="5738" y="1518"/>
                      <a:pt x="6097" y="2057"/>
                    </a:cubicBezTo>
                    <a:cubicBezTo>
                      <a:pt x="6444" y="2596"/>
                      <a:pt x="6947" y="2991"/>
                      <a:pt x="7414" y="3446"/>
                    </a:cubicBezTo>
                    <a:cubicBezTo>
                      <a:pt x="7977" y="4021"/>
                      <a:pt x="8492" y="4692"/>
                      <a:pt x="8564" y="5483"/>
                    </a:cubicBezTo>
                    <a:cubicBezTo>
                      <a:pt x="8636" y="6441"/>
                      <a:pt x="8037" y="7339"/>
                      <a:pt x="7331" y="7974"/>
                    </a:cubicBezTo>
                    <a:cubicBezTo>
                      <a:pt x="6217" y="8945"/>
                      <a:pt x="4740" y="9483"/>
                      <a:pt x="3259" y="9483"/>
                    </a:cubicBezTo>
                    <a:cubicBezTo>
                      <a:pt x="3243" y="9483"/>
                      <a:pt x="3227" y="9483"/>
                      <a:pt x="3210" y="9483"/>
                    </a:cubicBezTo>
                    <a:cubicBezTo>
                      <a:pt x="2085" y="9471"/>
                      <a:pt x="959" y="9124"/>
                      <a:pt x="1" y="8525"/>
                    </a:cubicBezTo>
                    <a:lnTo>
                      <a:pt x="1" y="8525"/>
                    </a:lnTo>
                    <a:cubicBezTo>
                      <a:pt x="1" y="8752"/>
                      <a:pt x="36" y="8956"/>
                      <a:pt x="144" y="9172"/>
                    </a:cubicBezTo>
                    <a:cubicBezTo>
                      <a:pt x="420" y="9770"/>
                      <a:pt x="1114" y="10046"/>
                      <a:pt x="1737" y="10226"/>
                    </a:cubicBezTo>
                    <a:cubicBezTo>
                      <a:pt x="2860" y="10546"/>
                      <a:pt x="4017" y="10705"/>
                      <a:pt x="5174" y="10705"/>
                    </a:cubicBezTo>
                    <a:cubicBezTo>
                      <a:pt x="6263" y="10705"/>
                      <a:pt x="7351" y="10564"/>
                      <a:pt x="8408" y="10285"/>
                    </a:cubicBezTo>
                    <a:cubicBezTo>
                      <a:pt x="8983" y="10142"/>
                      <a:pt x="9606" y="9902"/>
                      <a:pt x="9882" y="9375"/>
                    </a:cubicBezTo>
                    <a:cubicBezTo>
                      <a:pt x="10157" y="8872"/>
                      <a:pt x="10025" y="8225"/>
                      <a:pt x="9810" y="7674"/>
                    </a:cubicBezTo>
                    <a:cubicBezTo>
                      <a:pt x="9331" y="6153"/>
                      <a:pt x="8624" y="4716"/>
                      <a:pt x="7738" y="3423"/>
                    </a:cubicBezTo>
                    <a:cubicBezTo>
                      <a:pt x="7402" y="2908"/>
                      <a:pt x="7019" y="2357"/>
                      <a:pt x="6600" y="1901"/>
                    </a:cubicBezTo>
                    <a:cubicBezTo>
                      <a:pt x="6265" y="1518"/>
                      <a:pt x="6145" y="919"/>
                      <a:pt x="6420" y="452"/>
                    </a:cubicBezTo>
                    <a:cubicBezTo>
                      <a:pt x="6480" y="356"/>
                      <a:pt x="6564" y="261"/>
                      <a:pt x="6528" y="153"/>
                    </a:cubicBezTo>
                    <a:cubicBezTo>
                      <a:pt x="6512" y="43"/>
                      <a:pt x="6410" y="0"/>
                      <a:pt x="62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5">
                <a:extLst>
                  <a:ext uri="{FF2B5EF4-FFF2-40B4-BE49-F238E27FC236}">
                    <a16:creationId xmlns:a16="http://schemas.microsoft.com/office/drawing/2014/main" id="{8544D79E-EF61-71DF-577A-94EA7D03F3CA}"/>
                  </a:ext>
                </a:extLst>
              </p:cNvPr>
              <p:cNvSpPr/>
              <p:nvPr/>
            </p:nvSpPr>
            <p:spPr>
              <a:xfrm>
                <a:off x="668450" y="809425"/>
                <a:ext cx="91650" cy="45550"/>
              </a:xfrm>
              <a:custGeom>
                <a:avLst/>
                <a:gdLst/>
                <a:ahLst/>
                <a:cxnLst/>
                <a:rect l="l" t="t" r="r" b="b"/>
                <a:pathLst>
                  <a:path w="3666" h="1822" fill="none" extrusionOk="0">
                    <a:moveTo>
                      <a:pt x="3270" y="1"/>
                    </a:moveTo>
                    <a:cubicBezTo>
                      <a:pt x="3270" y="1"/>
                      <a:pt x="1450" y="360"/>
                      <a:pt x="0" y="204"/>
                    </a:cubicBezTo>
                    <a:cubicBezTo>
                      <a:pt x="0" y="204"/>
                      <a:pt x="72" y="1821"/>
                      <a:pt x="3665" y="1019"/>
                    </a:cubicBezTo>
                  </a:path>
                </a:pathLst>
              </a:custGeom>
              <a:noFill/>
              <a:ln w="5700" cap="rnd" cmpd="sng">
                <a:solidFill>
                  <a:schemeClr val="accent6"/>
                </a:solidFill>
                <a:prstDash val="solid"/>
                <a:miter lim="119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00" name="Google Shape;700;p35">
            <a:extLst>
              <a:ext uri="{FF2B5EF4-FFF2-40B4-BE49-F238E27FC236}">
                <a16:creationId xmlns:a16="http://schemas.microsoft.com/office/drawing/2014/main" id="{57486269-4F1F-BA0E-D1F2-3E1D8705A5A7}"/>
              </a:ext>
            </a:extLst>
          </p:cNvPr>
          <p:cNvSpPr/>
          <p:nvPr/>
        </p:nvSpPr>
        <p:spPr>
          <a:xfrm>
            <a:off x="2914700" y="4360925"/>
            <a:ext cx="12600" cy="100925"/>
          </a:xfrm>
          <a:custGeom>
            <a:avLst/>
            <a:gdLst/>
            <a:ahLst/>
            <a:cxnLst/>
            <a:rect l="l" t="t" r="r" b="b"/>
            <a:pathLst>
              <a:path w="504" h="4037" extrusionOk="0">
                <a:moveTo>
                  <a:pt x="0" y="0"/>
                </a:moveTo>
                <a:lnTo>
                  <a:pt x="503" y="4036"/>
                </a:lnTo>
                <a:cubicBezTo>
                  <a:pt x="384" y="2288"/>
                  <a:pt x="1" y="1"/>
                  <a:pt x="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DEBE2-7F67-5377-D954-5CDB4B0A1B7C}"/>
              </a:ext>
            </a:extLst>
          </p:cNvPr>
          <p:cNvSpPr txBox="1"/>
          <p:nvPr/>
        </p:nvSpPr>
        <p:spPr>
          <a:xfrm>
            <a:off x="1213118" y="963021"/>
            <a:ext cx="63895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E5A"/>
              </a:buClr>
              <a:buSzPts val="1200"/>
              <a:buFont typeface="Zilla Slab"/>
              <a:buChar char="●"/>
              <a:tabLst/>
              <a:defRPr/>
            </a:pPr>
            <a:r>
              <a:rPr lang="en-GB" sz="2000" dirty="0">
                <a:solidFill>
                  <a:schemeClr val="accent1"/>
                </a:solidFill>
                <a:latin typeface="Squada One"/>
                <a:sym typeface="Advent Pro SemiBold"/>
              </a:rPr>
              <a:t>The web3 platform that replaces an untrustworthy cash system with a verifiable, token-based reward</a:t>
            </a:r>
          </a:p>
        </p:txBody>
      </p:sp>
    </p:spTree>
    <p:extLst>
      <p:ext uri="{BB962C8B-B14F-4D97-AF65-F5344CB8AC3E}">
        <p14:creationId xmlns:p14="http://schemas.microsoft.com/office/powerpoint/2010/main" val="387178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>
          <a:extLst>
            <a:ext uri="{FF2B5EF4-FFF2-40B4-BE49-F238E27FC236}">
              <a16:creationId xmlns:a16="http://schemas.microsoft.com/office/drawing/2014/main" id="{CD3B56D9-21C9-12DD-B135-1356576A4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7" name="Google Shape;797;p40">
            <a:extLst>
              <a:ext uri="{FF2B5EF4-FFF2-40B4-BE49-F238E27FC236}">
                <a16:creationId xmlns:a16="http://schemas.microsoft.com/office/drawing/2014/main" id="{307B299F-1A78-64E9-757B-72BF7A97AEF8}"/>
              </a:ext>
            </a:extLst>
          </p:cNvPr>
          <p:cNvGrpSpPr/>
          <p:nvPr/>
        </p:nvGrpSpPr>
        <p:grpSpPr>
          <a:xfrm>
            <a:off x="2618065" y="961991"/>
            <a:ext cx="2490987" cy="2497801"/>
            <a:chOff x="2607036" y="975821"/>
            <a:chExt cx="2490987" cy="2497801"/>
          </a:xfrm>
        </p:grpSpPr>
        <p:sp>
          <p:nvSpPr>
            <p:cNvPr id="798" name="Google Shape;798;p40">
              <a:extLst>
                <a:ext uri="{FF2B5EF4-FFF2-40B4-BE49-F238E27FC236}">
                  <a16:creationId xmlns:a16="http://schemas.microsoft.com/office/drawing/2014/main" id="{34491740-3AC2-0DF7-C082-657DDAD1210C}"/>
                </a:ext>
              </a:extLst>
            </p:cNvPr>
            <p:cNvSpPr/>
            <p:nvPr/>
          </p:nvSpPr>
          <p:spPr>
            <a:xfrm rot="2700020">
              <a:off x="3001179" y="1311273"/>
              <a:ext cx="1702701" cy="1820096"/>
            </a:xfrm>
            <a:custGeom>
              <a:avLst/>
              <a:gdLst/>
              <a:ahLst/>
              <a:cxnLst/>
              <a:rect l="l" t="t" r="r" b="b"/>
              <a:pathLst>
                <a:path w="5483" h="5861" extrusionOk="0">
                  <a:moveTo>
                    <a:pt x="2584" y="1"/>
                  </a:moveTo>
                  <a:lnTo>
                    <a:pt x="410" y="2206"/>
                  </a:lnTo>
                  <a:cubicBezTo>
                    <a:pt x="1" y="2615"/>
                    <a:pt x="1" y="3277"/>
                    <a:pt x="410" y="3655"/>
                  </a:cubicBezTo>
                  <a:lnTo>
                    <a:pt x="2584" y="5860"/>
                  </a:lnTo>
                  <a:lnTo>
                    <a:pt x="3781" y="4632"/>
                  </a:lnTo>
                  <a:cubicBezTo>
                    <a:pt x="3844" y="4584"/>
                    <a:pt x="3939" y="4561"/>
                    <a:pt x="4029" y="4561"/>
                  </a:cubicBezTo>
                  <a:cubicBezTo>
                    <a:pt x="4120" y="4561"/>
                    <a:pt x="4206" y="4584"/>
                    <a:pt x="4254" y="4632"/>
                  </a:cubicBezTo>
                  <a:lnTo>
                    <a:pt x="4726" y="5104"/>
                  </a:lnTo>
                  <a:cubicBezTo>
                    <a:pt x="4789" y="5167"/>
                    <a:pt x="4884" y="5199"/>
                    <a:pt x="4974" y="5199"/>
                  </a:cubicBezTo>
                  <a:cubicBezTo>
                    <a:pt x="5065" y="5199"/>
                    <a:pt x="5152" y="5167"/>
                    <a:pt x="5199" y="5104"/>
                  </a:cubicBezTo>
                  <a:cubicBezTo>
                    <a:pt x="5325" y="5010"/>
                    <a:pt x="5325" y="4758"/>
                    <a:pt x="5199" y="4632"/>
                  </a:cubicBezTo>
                  <a:lnTo>
                    <a:pt x="4726" y="4159"/>
                  </a:lnTo>
                  <a:cubicBezTo>
                    <a:pt x="4632" y="4065"/>
                    <a:pt x="4632" y="3813"/>
                    <a:pt x="4726" y="3687"/>
                  </a:cubicBezTo>
                  <a:lnTo>
                    <a:pt x="5482" y="2962"/>
                  </a:lnTo>
                  <a:lnTo>
                    <a:pt x="5010" y="2489"/>
                  </a:lnTo>
                  <a:lnTo>
                    <a:pt x="4789" y="2710"/>
                  </a:lnTo>
                  <a:cubicBezTo>
                    <a:pt x="4584" y="2915"/>
                    <a:pt x="4317" y="3017"/>
                    <a:pt x="4049" y="3017"/>
                  </a:cubicBezTo>
                  <a:cubicBezTo>
                    <a:pt x="3781" y="3017"/>
                    <a:pt x="3513" y="2915"/>
                    <a:pt x="3309" y="2710"/>
                  </a:cubicBezTo>
                  <a:cubicBezTo>
                    <a:pt x="2930" y="2332"/>
                    <a:pt x="2930" y="1670"/>
                    <a:pt x="3309" y="1261"/>
                  </a:cubicBezTo>
                  <a:lnTo>
                    <a:pt x="3561" y="1040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0">
              <a:extLst>
                <a:ext uri="{FF2B5EF4-FFF2-40B4-BE49-F238E27FC236}">
                  <a16:creationId xmlns:a16="http://schemas.microsoft.com/office/drawing/2014/main" id="{6D201316-345B-DA52-4254-278BCFB91459}"/>
                </a:ext>
              </a:extLst>
            </p:cNvPr>
            <p:cNvSpPr/>
            <p:nvPr/>
          </p:nvSpPr>
          <p:spPr>
            <a:xfrm rot="2700020">
              <a:off x="3001179" y="1318073"/>
              <a:ext cx="1702701" cy="1820096"/>
            </a:xfrm>
            <a:custGeom>
              <a:avLst/>
              <a:gdLst/>
              <a:ahLst/>
              <a:cxnLst/>
              <a:rect l="l" t="t" r="r" b="b"/>
              <a:pathLst>
                <a:path w="5483" h="5861" extrusionOk="0">
                  <a:moveTo>
                    <a:pt x="2584" y="1"/>
                  </a:moveTo>
                  <a:lnTo>
                    <a:pt x="410" y="2206"/>
                  </a:lnTo>
                  <a:cubicBezTo>
                    <a:pt x="1" y="2615"/>
                    <a:pt x="1" y="3277"/>
                    <a:pt x="410" y="3655"/>
                  </a:cubicBezTo>
                  <a:lnTo>
                    <a:pt x="2584" y="5860"/>
                  </a:lnTo>
                  <a:lnTo>
                    <a:pt x="3781" y="4632"/>
                  </a:lnTo>
                  <a:cubicBezTo>
                    <a:pt x="3844" y="4584"/>
                    <a:pt x="3939" y="4561"/>
                    <a:pt x="4029" y="4561"/>
                  </a:cubicBezTo>
                  <a:cubicBezTo>
                    <a:pt x="4120" y="4561"/>
                    <a:pt x="4206" y="4584"/>
                    <a:pt x="4254" y="4632"/>
                  </a:cubicBezTo>
                  <a:lnTo>
                    <a:pt x="4726" y="5104"/>
                  </a:lnTo>
                  <a:cubicBezTo>
                    <a:pt x="4789" y="5167"/>
                    <a:pt x="4884" y="5199"/>
                    <a:pt x="4974" y="5199"/>
                  </a:cubicBezTo>
                  <a:cubicBezTo>
                    <a:pt x="5065" y="5199"/>
                    <a:pt x="5152" y="5167"/>
                    <a:pt x="5199" y="5104"/>
                  </a:cubicBezTo>
                  <a:cubicBezTo>
                    <a:pt x="5325" y="5010"/>
                    <a:pt x="5325" y="4758"/>
                    <a:pt x="5199" y="4632"/>
                  </a:cubicBezTo>
                  <a:lnTo>
                    <a:pt x="4726" y="4159"/>
                  </a:lnTo>
                  <a:cubicBezTo>
                    <a:pt x="4632" y="4065"/>
                    <a:pt x="4632" y="3813"/>
                    <a:pt x="4726" y="3687"/>
                  </a:cubicBezTo>
                  <a:lnTo>
                    <a:pt x="5482" y="2962"/>
                  </a:lnTo>
                  <a:lnTo>
                    <a:pt x="5010" y="2489"/>
                  </a:lnTo>
                  <a:lnTo>
                    <a:pt x="4789" y="2710"/>
                  </a:lnTo>
                  <a:cubicBezTo>
                    <a:pt x="4584" y="2915"/>
                    <a:pt x="4317" y="3017"/>
                    <a:pt x="4049" y="3017"/>
                  </a:cubicBezTo>
                  <a:cubicBezTo>
                    <a:pt x="3781" y="3017"/>
                    <a:pt x="3513" y="2915"/>
                    <a:pt x="3309" y="2710"/>
                  </a:cubicBezTo>
                  <a:cubicBezTo>
                    <a:pt x="2930" y="2332"/>
                    <a:pt x="2930" y="1670"/>
                    <a:pt x="3309" y="1261"/>
                  </a:cubicBezTo>
                  <a:lnTo>
                    <a:pt x="3561" y="1040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0" name="Google Shape;800;p40">
            <a:extLst>
              <a:ext uri="{FF2B5EF4-FFF2-40B4-BE49-F238E27FC236}">
                <a16:creationId xmlns:a16="http://schemas.microsoft.com/office/drawing/2014/main" id="{3217429B-94D2-3BB5-F780-53CCAD3B7947}"/>
              </a:ext>
            </a:extLst>
          </p:cNvPr>
          <p:cNvGrpSpPr/>
          <p:nvPr/>
        </p:nvGrpSpPr>
        <p:grpSpPr>
          <a:xfrm>
            <a:off x="4046205" y="1003708"/>
            <a:ext cx="2456072" cy="2462886"/>
            <a:chOff x="4046205" y="1003708"/>
            <a:chExt cx="2456072" cy="2462886"/>
          </a:xfrm>
        </p:grpSpPr>
        <p:sp>
          <p:nvSpPr>
            <p:cNvPr id="801" name="Google Shape;801;p40">
              <a:extLst>
                <a:ext uri="{FF2B5EF4-FFF2-40B4-BE49-F238E27FC236}">
                  <a16:creationId xmlns:a16="http://schemas.microsoft.com/office/drawing/2014/main" id="{63BE25A0-8EA1-836F-26BB-347DB18E212D}"/>
                </a:ext>
              </a:extLst>
            </p:cNvPr>
            <p:cNvSpPr/>
            <p:nvPr/>
          </p:nvSpPr>
          <p:spPr>
            <a:xfrm rot="2700020">
              <a:off x="4369167" y="1400116"/>
              <a:ext cx="1810148" cy="1663272"/>
            </a:xfrm>
            <a:custGeom>
              <a:avLst/>
              <a:gdLst/>
              <a:ahLst/>
              <a:cxnLst/>
              <a:rect l="l" t="t" r="r" b="b"/>
              <a:pathLst>
                <a:path w="5829" h="5356" extrusionOk="0">
                  <a:moveTo>
                    <a:pt x="2926" y="0"/>
                  </a:moveTo>
                  <a:cubicBezTo>
                    <a:pt x="2662" y="0"/>
                    <a:pt x="2394" y="95"/>
                    <a:pt x="2205" y="284"/>
                  </a:cubicBezTo>
                  <a:lnTo>
                    <a:pt x="0" y="2457"/>
                  </a:lnTo>
                  <a:lnTo>
                    <a:pt x="1229" y="3686"/>
                  </a:lnTo>
                  <a:cubicBezTo>
                    <a:pt x="1323" y="3781"/>
                    <a:pt x="1323" y="4033"/>
                    <a:pt x="1229" y="4127"/>
                  </a:cubicBezTo>
                  <a:lnTo>
                    <a:pt x="725" y="4600"/>
                  </a:lnTo>
                  <a:cubicBezTo>
                    <a:pt x="630" y="4726"/>
                    <a:pt x="630" y="4978"/>
                    <a:pt x="725" y="5072"/>
                  </a:cubicBezTo>
                  <a:cubicBezTo>
                    <a:pt x="788" y="5135"/>
                    <a:pt x="882" y="5167"/>
                    <a:pt x="977" y="5167"/>
                  </a:cubicBezTo>
                  <a:cubicBezTo>
                    <a:pt x="1071" y="5167"/>
                    <a:pt x="1166" y="5135"/>
                    <a:pt x="1229" y="5072"/>
                  </a:cubicBezTo>
                  <a:lnTo>
                    <a:pt x="1701" y="4600"/>
                  </a:lnTo>
                  <a:cubicBezTo>
                    <a:pt x="1749" y="4553"/>
                    <a:pt x="1835" y="4529"/>
                    <a:pt x="1926" y="4529"/>
                  </a:cubicBezTo>
                  <a:cubicBezTo>
                    <a:pt x="2016" y="4529"/>
                    <a:pt x="2111" y="4553"/>
                    <a:pt x="2174" y="4600"/>
                  </a:cubicBezTo>
                  <a:lnTo>
                    <a:pt x="2898" y="5356"/>
                  </a:lnTo>
                  <a:lnTo>
                    <a:pt x="3371" y="4883"/>
                  </a:lnTo>
                  <a:lnTo>
                    <a:pt x="3151" y="4663"/>
                  </a:lnTo>
                  <a:cubicBezTo>
                    <a:pt x="2741" y="4253"/>
                    <a:pt x="2741" y="3592"/>
                    <a:pt x="3151" y="3214"/>
                  </a:cubicBezTo>
                  <a:cubicBezTo>
                    <a:pt x="3340" y="3009"/>
                    <a:pt x="3607" y="2906"/>
                    <a:pt x="3875" y="2906"/>
                  </a:cubicBezTo>
                  <a:cubicBezTo>
                    <a:pt x="4143" y="2906"/>
                    <a:pt x="4411" y="3009"/>
                    <a:pt x="4600" y="3214"/>
                  </a:cubicBezTo>
                  <a:lnTo>
                    <a:pt x="4852" y="3434"/>
                  </a:lnTo>
                  <a:lnTo>
                    <a:pt x="5828" y="2457"/>
                  </a:lnTo>
                  <a:lnTo>
                    <a:pt x="3623" y="284"/>
                  </a:lnTo>
                  <a:cubicBezTo>
                    <a:pt x="3450" y="95"/>
                    <a:pt x="3190" y="0"/>
                    <a:pt x="2926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0">
              <a:extLst>
                <a:ext uri="{FF2B5EF4-FFF2-40B4-BE49-F238E27FC236}">
                  <a16:creationId xmlns:a16="http://schemas.microsoft.com/office/drawing/2014/main" id="{74344FAA-8026-1622-C71B-3C0CD5D8522E}"/>
                </a:ext>
              </a:extLst>
            </p:cNvPr>
            <p:cNvSpPr/>
            <p:nvPr/>
          </p:nvSpPr>
          <p:spPr>
            <a:xfrm rot="2700020">
              <a:off x="4369167" y="1406916"/>
              <a:ext cx="1810148" cy="1663272"/>
            </a:xfrm>
            <a:custGeom>
              <a:avLst/>
              <a:gdLst/>
              <a:ahLst/>
              <a:cxnLst/>
              <a:rect l="l" t="t" r="r" b="b"/>
              <a:pathLst>
                <a:path w="5829" h="5356" extrusionOk="0">
                  <a:moveTo>
                    <a:pt x="2926" y="0"/>
                  </a:moveTo>
                  <a:cubicBezTo>
                    <a:pt x="2662" y="0"/>
                    <a:pt x="2394" y="95"/>
                    <a:pt x="2205" y="284"/>
                  </a:cubicBezTo>
                  <a:lnTo>
                    <a:pt x="0" y="2457"/>
                  </a:lnTo>
                  <a:lnTo>
                    <a:pt x="1229" y="3686"/>
                  </a:lnTo>
                  <a:cubicBezTo>
                    <a:pt x="1323" y="3781"/>
                    <a:pt x="1323" y="4033"/>
                    <a:pt x="1229" y="4127"/>
                  </a:cubicBezTo>
                  <a:lnTo>
                    <a:pt x="725" y="4600"/>
                  </a:lnTo>
                  <a:cubicBezTo>
                    <a:pt x="630" y="4726"/>
                    <a:pt x="630" y="4978"/>
                    <a:pt x="725" y="5072"/>
                  </a:cubicBezTo>
                  <a:cubicBezTo>
                    <a:pt x="788" y="5135"/>
                    <a:pt x="882" y="5167"/>
                    <a:pt x="977" y="5167"/>
                  </a:cubicBezTo>
                  <a:cubicBezTo>
                    <a:pt x="1071" y="5167"/>
                    <a:pt x="1166" y="5135"/>
                    <a:pt x="1229" y="5072"/>
                  </a:cubicBezTo>
                  <a:lnTo>
                    <a:pt x="1701" y="4600"/>
                  </a:lnTo>
                  <a:cubicBezTo>
                    <a:pt x="1749" y="4553"/>
                    <a:pt x="1835" y="4529"/>
                    <a:pt x="1926" y="4529"/>
                  </a:cubicBezTo>
                  <a:cubicBezTo>
                    <a:pt x="2016" y="4529"/>
                    <a:pt x="2111" y="4553"/>
                    <a:pt x="2174" y="4600"/>
                  </a:cubicBezTo>
                  <a:lnTo>
                    <a:pt x="2898" y="5356"/>
                  </a:lnTo>
                  <a:lnTo>
                    <a:pt x="3371" y="4883"/>
                  </a:lnTo>
                  <a:lnTo>
                    <a:pt x="3151" y="4663"/>
                  </a:lnTo>
                  <a:cubicBezTo>
                    <a:pt x="2741" y="4253"/>
                    <a:pt x="2741" y="3592"/>
                    <a:pt x="3151" y="3214"/>
                  </a:cubicBezTo>
                  <a:cubicBezTo>
                    <a:pt x="3340" y="3009"/>
                    <a:pt x="3607" y="2906"/>
                    <a:pt x="3875" y="2906"/>
                  </a:cubicBezTo>
                  <a:cubicBezTo>
                    <a:pt x="4143" y="2906"/>
                    <a:pt x="4411" y="3009"/>
                    <a:pt x="4600" y="3214"/>
                  </a:cubicBezTo>
                  <a:lnTo>
                    <a:pt x="4852" y="3434"/>
                  </a:lnTo>
                  <a:lnTo>
                    <a:pt x="5828" y="2457"/>
                  </a:lnTo>
                  <a:lnTo>
                    <a:pt x="3623" y="284"/>
                  </a:lnTo>
                  <a:cubicBezTo>
                    <a:pt x="3450" y="95"/>
                    <a:pt x="3190" y="0"/>
                    <a:pt x="29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3" name="Google Shape;803;p40">
            <a:extLst>
              <a:ext uri="{FF2B5EF4-FFF2-40B4-BE49-F238E27FC236}">
                <a16:creationId xmlns:a16="http://schemas.microsoft.com/office/drawing/2014/main" id="{B9EE6094-1D8D-02A9-3E9A-9F7FF6CB8C1E}"/>
              </a:ext>
            </a:extLst>
          </p:cNvPr>
          <p:cNvGrpSpPr/>
          <p:nvPr/>
        </p:nvGrpSpPr>
        <p:grpSpPr>
          <a:xfrm>
            <a:off x="4053004" y="2414778"/>
            <a:ext cx="2483960" cy="2490774"/>
            <a:chOff x="4053004" y="2414778"/>
            <a:chExt cx="2483960" cy="2490774"/>
          </a:xfrm>
        </p:grpSpPr>
        <p:sp>
          <p:nvSpPr>
            <p:cNvPr id="804" name="Google Shape;804;p40">
              <a:extLst>
                <a:ext uri="{FF2B5EF4-FFF2-40B4-BE49-F238E27FC236}">
                  <a16:creationId xmlns:a16="http://schemas.microsoft.com/office/drawing/2014/main" id="{FDC032A5-E41E-695F-2500-113A397941F8}"/>
                </a:ext>
              </a:extLst>
            </p:cNvPr>
            <p:cNvSpPr/>
            <p:nvPr/>
          </p:nvSpPr>
          <p:spPr>
            <a:xfrm rot="2700020">
              <a:off x="4443633" y="2751685"/>
              <a:ext cx="1702701" cy="1810159"/>
            </a:xfrm>
            <a:custGeom>
              <a:avLst/>
              <a:gdLst/>
              <a:ahLst/>
              <a:cxnLst/>
              <a:rect l="l" t="t" r="r" b="b"/>
              <a:pathLst>
                <a:path w="5483" h="5829" extrusionOk="0">
                  <a:moveTo>
                    <a:pt x="2899" y="1"/>
                  </a:moveTo>
                  <a:lnTo>
                    <a:pt x="1702" y="1229"/>
                  </a:lnTo>
                  <a:cubicBezTo>
                    <a:pt x="1639" y="1292"/>
                    <a:pt x="1544" y="1324"/>
                    <a:pt x="1450" y="1324"/>
                  </a:cubicBezTo>
                  <a:cubicBezTo>
                    <a:pt x="1355" y="1324"/>
                    <a:pt x="1261" y="1292"/>
                    <a:pt x="1198" y="1229"/>
                  </a:cubicBezTo>
                  <a:lnTo>
                    <a:pt x="725" y="757"/>
                  </a:lnTo>
                  <a:cubicBezTo>
                    <a:pt x="678" y="694"/>
                    <a:pt x="591" y="662"/>
                    <a:pt x="501" y="662"/>
                  </a:cubicBezTo>
                  <a:cubicBezTo>
                    <a:pt x="410" y="662"/>
                    <a:pt x="316" y="694"/>
                    <a:pt x="253" y="757"/>
                  </a:cubicBezTo>
                  <a:cubicBezTo>
                    <a:pt x="158" y="883"/>
                    <a:pt x="158" y="1103"/>
                    <a:pt x="253" y="1229"/>
                  </a:cubicBezTo>
                  <a:lnTo>
                    <a:pt x="725" y="1702"/>
                  </a:lnTo>
                  <a:cubicBezTo>
                    <a:pt x="851" y="1828"/>
                    <a:pt x="851" y="2048"/>
                    <a:pt x="725" y="2174"/>
                  </a:cubicBezTo>
                  <a:lnTo>
                    <a:pt x="1" y="2899"/>
                  </a:lnTo>
                  <a:lnTo>
                    <a:pt x="473" y="3372"/>
                  </a:lnTo>
                  <a:lnTo>
                    <a:pt x="694" y="3151"/>
                  </a:lnTo>
                  <a:cubicBezTo>
                    <a:pt x="898" y="2946"/>
                    <a:pt x="1166" y="2844"/>
                    <a:pt x="1434" y="2844"/>
                  </a:cubicBezTo>
                  <a:cubicBezTo>
                    <a:pt x="1702" y="2844"/>
                    <a:pt x="1970" y="2946"/>
                    <a:pt x="2174" y="3151"/>
                  </a:cubicBezTo>
                  <a:cubicBezTo>
                    <a:pt x="2552" y="3529"/>
                    <a:pt x="2552" y="4222"/>
                    <a:pt x="2174" y="4600"/>
                  </a:cubicBezTo>
                  <a:lnTo>
                    <a:pt x="1922" y="4852"/>
                  </a:lnTo>
                  <a:lnTo>
                    <a:pt x="2899" y="5829"/>
                  </a:lnTo>
                  <a:lnTo>
                    <a:pt x="5073" y="3655"/>
                  </a:lnTo>
                  <a:cubicBezTo>
                    <a:pt x="5482" y="3277"/>
                    <a:pt x="5482" y="2615"/>
                    <a:pt x="5073" y="2206"/>
                  </a:cubicBezTo>
                  <a:lnTo>
                    <a:pt x="2899" y="1"/>
                  </a:ln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0">
              <a:extLst>
                <a:ext uri="{FF2B5EF4-FFF2-40B4-BE49-F238E27FC236}">
                  <a16:creationId xmlns:a16="http://schemas.microsoft.com/office/drawing/2014/main" id="{744B9B04-90B0-0CFB-38EF-F201487B57EB}"/>
                </a:ext>
              </a:extLst>
            </p:cNvPr>
            <p:cNvSpPr/>
            <p:nvPr/>
          </p:nvSpPr>
          <p:spPr>
            <a:xfrm rot="2700020">
              <a:off x="4443633" y="2758485"/>
              <a:ext cx="1702701" cy="1810159"/>
            </a:xfrm>
            <a:custGeom>
              <a:avLst/>
              <a:gdLst/>
              <a:ahLst/>
              <a:cxnLst/>
              <a:rect l="l" t="t" r="r" b="b"/>
              <a:pathLst>
                <a:path w="5483" h="5829" extrusionOk="0">
                  <a:moveTo>
                    <a:pt x="2899" y="1"/>
                  </a:moveTo>
                  <a:lnTo>
                    <a:pt x="1702" y="1229"/>
                  </a:lnTo>
                  <a:cubicBezTo>
                    <a:pt x="1639" y="1292"/>
                    <a:pt x="1544" y="1324"/>
                    <a:pt x="1450" y="1324"/>
                  </a:cubicBezTo>
                  <a:cubicBezTo>
                    <a:pt x="1355" y="1324"/>
                    <a:pt x="1261" y="1292"/>
                    <a:pt x="1198" y="1229"/>
                  </a:cubicBezTo>
                  <a:lnTo>
                    <a:pt x="725" y="757"/>
                  </a:lnTo>
                  <a:cubicBezTo>
                    <a:pt x="678" y="694"/>
                    <a:pt x="591" y="662"/>
                    <a:pt x="501" y="662"/>
                  </a:cubicBezTo>
                  <a:cubicBezTo>
                    <a:pt x="410" y="662"/>
                    <a:pt x="316" y="694"/>
                    <a:pt x="253" y="757"/>
                  </a:cubicBezTo>
                  <a:cubicBezTo>
                    <a:pt x="158" y="883"/>
                    <a:pt x="158" y="1103"/>
                    <a:pt x="253" y="1229"/>
                  </a:cubicBezTo>
                  <a:lnTo>
                    <a:pt x="725" y="1702"/>
                  </a:lnTo>
                  <a:cubicBezTo>
                    <a:pt x="851" y="1828"/>
                    <a:pt x="851" y="2048"/>
                    <a:pt x="725" y="2174"/>
                  </a:cubicBezTo>
                  <a:lnTo>
                    <a:pt x="1" y="2899"/>
                  </a:lnTo>
                  <a:lnTo>
                    <a:pt x="473" y="3372"/>
                  </a:lnTo>
                  <a:lnTo>
                    <a:pt x="694" y="3151"/>
                  </a:lnTo>
                  <a:cubicBezTo>
                    <a:pt x="898" y="2946"/>
                    <a:pt x="1166" y="2844"/>
                    <a:pt x="1434" y="2844"/>
                  </a:cubicBezTo>
                  <a:cubicBezTo>
                    <a:pt x="1702" y="2844"/>
                    <a:pt x="1970" y="2946"/>
                    <a:pt x="2174" y="3151"/>
                  </a:cubicBezTo>
                  <a:cubicBezTo>
                    <a:pt x="2552" y="3529"/>
                    <a:pt x="2552" y="4222"/>
                    <a:pt x="2174" y="4600"/>
                  </a:cubicBezTo>
                  <a:lnTo>
                    <a:pt x="1922" y="4852"/>
                  </a:lnTo>
                  <a:lnTo>
                    <a:pt x="2899" y="5829"/>
                  </a:lnTo>
                  <a:lnTo>
                    <a:pt x="5073" y="3655"/>
                  </a:lnTo>
                  <a:cubicBezTo>
                    <a:pt x="5482" y="3277"/>
                    <a:pt x="5482" y="2615"/>
                    <a:pt x="5073" y="2206"/>
                  </a:cubicBezTo>
                  <a:lnTo>
                    <a:pt x="28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6" name="Google Shape;806;p40">
            <a:extLst>
              <a:ext uri="{FF2B5EF4-FFF2-40B4-BE49-F238E27FC236}">
                <a16:creationId xmlns:a16="http://schemas.microsoft.com/office/drawing/2014/main" id="{610544F5-32C7-A223-7546-478203822017}"/>
              </a:ext>
            </a:extLst>
          </p:cNvPr>
          <p:cNvGrpSpPr/>
          <p:nvPr/>
        </p:nvGrpSpPr>
        <p:grpSpPr>
          <a:xfrm>
            <a:off x="2627889" y="2414997"/>
            <a:ext cx="2476932" cy="2483747"/>
            <a:chOff x="2627889" y="2414997"/>
            <a:chExt cx="2476932" cy="2483747"/>
          </a:xfrm>
        </p:grpSpPr>
        <p:sp>
          <p:nvSpPr>
            <p:cNvPr id="807" name="Google Shape;807;p40">
              <a:extLst>
                <a:ext uri="{FF2B5EF4-FFF2-40B4-BE49-F238E27FC236}">
                  <a16:creationId xmlns:a16="http://schemas.microsoft.com/office/drawing/2014/main" id="{855B2997-B05E-4B89-E0F7-9C11A0404975}"/>
                </a:ext>
              </a:extLst>
            </p:cNvPr>
            <p:cNvSpPr/>
            <p:nvPr/>
          </p:nvSpPr>
          <p:spPr>
            <a:xfrm rot="2700020">
              <a:off x="2951499" y="2816866"/>
              <a:ext cx="1829713" cy="1673209"/>
            </a:xfrm>
            <a:custGeom>
              <a:avLst/>
              <a:gdLst/>
              <a:ahLst/>
              <a:cxnLst/>
              <a:rect l="l" t="t" r="r" b="b"/>
              <a:pathLst>
                <a:path w="5892" h="5388" extrusionOk="0">
                  <a:moveTo>
                    <a:pt x="2993" y="0"/>
                  </a:moveTo>
                  <a:lnTo>
                    <a:pt x="2520" y="473"/>
                  </a:lnTo>
                  <a:lnTo>
                    <a:pt x="2741" y="725"/>
                  </a:lnTo>
                  <a:cubicBezTo>
                    <a:pt x="3151" y="1103"/>
                    <a:pt x="3151" y="1764"/>
                    <a:pt x="2741" y="2174"/>
                  </a:cubicBezTo>
                  <a:cubicBezTo>
                    <a:pt x="2505" y="2363"/>
                    <a:pt x="2221" y="2457"/>
                    <a:pt x="1949" y="2457"/>
                  </a:cubicBezTo>
                  <a:cubicBezTo>
                    <a:pt x="1678" y="2457"/>
                    <a:pt x="1418" y="2363"/>
                    <a:pt x="1229" y="2174"/>
                  </a:cubicBezTo>
                  <a:lnTo>
                    <a:pt x="977" y="1922"/>
                  </a:lnTo>
                  <a:lnTo>
                    <a:pt x="0" y="2930"/>
                  </a:lnTo>
                  <a:lnTo>
                    <a:pt x="2205" y="5072"/>
                  </a:lnTo>
                  <a:cubicBezTo>
                    <a:pt x="2394" y="5293"/>
                    <a:pt x="2678" y="5387"/>
                    <a:pt x="2930" y="5387"/>
                  </a:cubicBezTo>
                  <a:cubicBezTo>
                    <a:pt x="3214" y="5387"/>
                    <a:pt x="3497" y="5293"/>
                    <a:pt x="3686" y="5072"/>
                  </a:cubicBezTo>
                  <a:lnTo>
                    <a:pt x="5891" y="2930"/>
                  </a:lnTo>
                  <a:lnTo>
                    <a:pt x="4663" y="1701"/>
                  </a:lnTo>
                  <a:cubicBezTo>
                    <a:pt x="4568" y="1575"/>
                    <a:pt x="4568" y="1355"/>
                    <a:pt x="4663" y="1229"/>
                  </a:cubicBezTo>
                  <a:lnTo>
                    <a:pt x="5167" y="756"/>
                  </a:lnTo>
                  <a:cubicBezTo>
                    <a:pt x="5261" y="630"/>
                    <a:pt x="5261" y="410"/>
                    <a:pt x="5167" y="284"/>
                  </a:cubicBezTo>
                  <a:cubicBezTo>
                    <a:pt x="5104" y="221"/>
                    <a:pt x="5009" y="189"/>
                    <a:pt x="4915" y="189"/>
                  </a:cubicBezTo>
                  <a:cubicBezTo>
                    <a:pt x="4820" y="189"/>
                    <a:pt x="4726" y="221"/>
                    <a:pt x="4663" y="284"/>
                  </a:cubicBezTo>
                  <a:lnTo>
                    <a:pt x="4190" y="756"/>
                  </a:lnTo>
                  <a:cubicBezTo>
                    <a:pt x="4143" y="819"/>
                    <a:pt x="4056" y="851"/>
                    <a:pt x="3966" y="851"/>
                  </a:cubicBezTo>
                  <a:cubicBezTo>
                    <a:pt x="3875" y="851"/>
                    <a:pt x="3781" y="819"/>
                    <a:pt x="3718" y="756"/>
                  </a:cubicBezTo>
                  <a:lnTo>
                    <a:pt x="2993" y="0"/>
                  </a:ln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0">
              <a:extLst>
                <a:ext uri="{FF2B5EF4-FFF2-40B4-BE49-F238E27FC236}">
                  <a16:creationId xmlns:a16="http://schemas.microsoft.com/office/drawing/2014/main" id="{A37531B7-F94A-970D-CFC8-DAD92F175E72}"/>
                </a:ext>
              </a:extLst>
            </p:cNvPr>
            <p:cNvSpPr/>
            <p:nvPr/>
          </p:nvSpPr>
          <p:spPr>
            <a:xfrm rot="2700020">
              <a:off x="2951499" y="2823666"/>
              <a:ext cx="1829713" cy="1673209"/>
            </a:xfrm>
            <a:custGeom>
              <a:avLst/>
              <a:gdLst/>
              <a:ahLst/>
              <a:cxnLst/>
              <a:rect l="l" t="t" r="r" b="b"/>
              <a:pathLst>
                <a:path w="5892" h="5388" extrusionOk="0">
                  <a:moveTo>
                    <a:pt x="2993" y="0"/>
                  </a:moveTo>
                  <a:lnTo>
                    <a:pt x="2520" y="473"/>
                  </a:lnTo>
                  <a:lnTo>
                    <a:pt x="2741" y="725"/>
                  </a:lnTo>
                  <a:cubicBezTo>
                    <a:pt x="3151" y="1103"/>
                    <a:pt x="3151" y="1764"/>
                    <a:pt x="2741" y="2174"/>
                  </a:cubicBezTo>
                  <a:cubicBezTo>
                    <a:pt x="2505" y="2363"/>
                    <a:pt x="2221" y="2457"/>
                    <a:pt x="1949" y="2457"/>
                  </a:cubicBezTo>
                  <a:cubicBezTo>
                    <a:pt x="1678" y="2457"/>
                    <a:pt x="1418" y="2363"/>
                    <a:pt x="1229" y="2174"/>
                  </a:cubicBezTo>
                  <a:lnTo>
                    <a:pt x="977" y="1922"/>
                  </a:lnTo>
                  <a:lnTo>
                    <a:pt x="0" y="2930"/>
                  </a:lnTo>
                  <a:lnTo>
                    <a:pt x="2205" y="5072"/>
                  </a:lnTo>
                  <a:cubicBezTo>
                    <a:pt x="2394" y="5293"/>
                    <a:pt x="2678" y="5387"/>
                    <a:pt x="2930" y="5387"/>
                  </a:cubicBezTo>
                  <a:cubicBezTo>
                    <a:pt x="3214" y="5387"/>
                    <a:pt x="3497" y="5293"/>
                    <a:pt x="3686" y="5072"/>
                  </a:cubicBezTo>
                  <a:lnTo>
                    <a:pt x="5891" y="2930"/>
                  </a:lnTo>
                  <a:lnTo>
                    <a:pt x="4663" y="1701"/>
                  </a:lnTo>
                  <a:cubicBezTo>
                    <a:pt x="4568" y="1575"/>
                    <a:pt x="4568" y="1355"/>
                    <a:pt x="4663" y="1229"/>
                  </a:cubicBezTo>
                  <a:lnTo>
                    <a:pt x="5167" y="756"/>
                  </a:lnTo>
                  <a:cubicBezTo>
                    <a:pt x="5261" y="630"/>
                    <a:pt x="5261" y="410"/>
                    <a:pt x="5167" y="284"/>
                  </a:cubicBezTo>
                  <a:cubicBezTo>
                    <a:pt x="5104" y="221"/>
                    <a:pt x="5009" y="189"/>
                    <a:pt x="4915" y="189"/>
                  </a:cubicBezTo>
                  <a:cubicBezTo>
                    <a:pt x="4820" y="189"/>
                    <a:pt x="4726" y="221"/>
                    <a:pt x="4663" y="284"/>
                  </a:cubicBezTo>
                  <a:lnTo>
                    <a:pt x="4190" y="756"/>
                  </a:lnTo>
                  <a:cubicBezTo>
                    <a:pt x="4143" y="819"/>
                    <a:pt x="4056" y="851"/>
                    <a:pt x="3966" y="851"/>
                  </a:cubicBezTo>
                  <a:cubicBezTo>
                    <a:pt x="3875" y="851"/>
                    <a:pt x="3781" y="819"/>
                    <a:pt x="3718" y="756"/>
                  </a:cubicBezTo>
                  <a:lnTo>
                    <a:pt x="29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9" name="Google Shape;809;p40">
            <a:extLst>
              <a:ext uri="{FF2B5EF4-FFF2-40B4-BE49-F238E27FC236}">
                <a16:creationId xmlns:a16="http://schemas.microsoft.com/office/drawing/2014/main" id="{53A53FF8-3AEA-D4A5-2312-CD279987A0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77241" y="419421"/>
            <a:ext cx="931135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3200" dirty="0"/>
              <a:t>Why This Problem Demands a Hedera-Based Solution</a:t>
            </a:r>
            <a:endParaRPr sz="3200" dirty="0"/>
          </a:p>
        </p:txBody>
      </p:sp>
      <p:sp>
        <p:nvSpPr>
          <p:cNvPr id="810" name="Google Shape;810;p40">
            <a:extLst>
              <a:ext uri="{FF2B5EF4-FFF2-40B4-BE49-F238E27FC236}">
                <a16:creationId xmlns:a16="http://schemas.microsoft.com/office/drawing/2014/main" id="{2A07C769-E289-21D8-2980-CC7CF122A8E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104826" y="1480786"/>
            <a:ext cx="3335429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000" dirty="0">
                <a:solidFill>
                  <a:schemeClr val="dk2"/>
                </a:solidFill>
              </a:rPr>
              <a:t>The Sustainability Track</a:t>
            </a:r>
            <a:endParaRPr sz="2000" dirty="0">
              <a:solidFill>
                <a:schemeClr val="dk2"/>
              </a:solidFill>
            </a:endParaRPr>
          </a:p>
        </p:txBody>
      </p:sp>
      <p:sp>
        <p:nvSpPr>
          <p:cNvPr id="811" name="Google Shape;811;p40">
            <a:extLst>
              <a:ext uri="{FF2B5EF4-FFF2-40B4-BE49-F238E27FC236}">
                <a16:creationId xmlns:a16="http://schemas.microsoft.com/office/drawing/2014/main" id="{610F892E-8767-74EC-735C-C00A39B8E07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776071" y="1822572"/>
            <a:ext cx="2721866" cy="10428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lnSpc>
                <a:spcPct val="100000"/>
              </a:lnSpc>
              <a:spcAft>
                <a:spcPts val="1600"/>
              </a:spcAft>
              <a:buNone/>
            </a:pPr>
            <a:r>
              <a:rPr lang="en-GB" dirty="0"/>
              <a:t>We are on the Sustainability track. Hedera's low-carbon, energy-efficient network is the </a:t>
            </a:r>
            <a:r>
              <a:rPr lang="en-GB" i="1" dirty="0"/>
              <a:t>only</a:t>
            </a:r>
            <a:r>
              <a:rPr lang="en-GB" dirty="0"/>
              <a:t> responsible choice for an ecological project.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12" name="Google Shape;812;p40">
            <a:extLst>
              <a:ext uri="{FF2B5EF4-FFF2-40B4-BE49-F238E27FC236}">
                <a16:creationId xmlns:a16="http://schemas.microsoft.com/office/drawing/2014/main" id="{EB8E86B2-52D1-F075-72A3-227995E1697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90113" y="1707493"/>
            <a:ext cx="2647455" cy="1211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400" dirty="0">
                <a:solidFill>
                  <a:schemeClr val="dk1"/>
                </a:solidFill>
              </a:rPr>
              <a:t>The HCS is the only tool that lets us build a low-cost, high-throughput, and permanent logbook. This is the Proof of Income. It is the trust layer that Web2 cannot provide.</a:t>
            </a: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813" name="Google Shape;813;p40">
            <a:extLst>
              <a:ext uri="{FF2B5EF4-FFF2-40B4-BE49-F238E27FC236}">
                <a16:creationId xmlns:a16="http://schemas.microsoft.com/office/drawing/2014/main" id="{D8F87BE3-047B-3D2C-0485-B048C091F4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55287" y="1416149"/>
            <a:ext cx="247694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000" dirty="0">
                <a:solidFill>
                  <a:schemeClr val="dk2"/>
                </a:solidFill>
              </a:rPr>
              <a:t>The Immutable Logbook</a:t>
            </a:r>
            <a:endParaRPr sz="2000" dirty="0">
              <a:solidFill>
                <a:schemeClr val="dk2"/>
              </a:solidFill>
            </a:endParaRPr>
          </a:p>
        </p:txBody>
      </p:sp>
      <p:sp>
        <p:nvSpPr>
          <p:cNvPr id="814" name="Google Shape;814;p40">
            <a:extLst>
              <a:ext uri="{FF2B5EF4-FFF2-40B4-BE49-F238E27FC236}">
                <a16:creationId xmlns:a16="http://schemas.microsoft.com/office/drawing/2014/main" id="{B27E7144-760F-62AE-160B-BA5905CF7CC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57321" y="3219676"/>
            <a:ext cx="2311308" cy="1275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500" dirty="0">
                <a:solidFill>
                  <a:schemeClr val="dk1"/>
                </a:solidFill>
              </a:rPr>
              <a:t>A collector gets paid in 2-3 seconds. This instant gratification builds the trust that the cash system broke.</a:t>
            </a: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815" name="Google Shape;815;p40">
            <a:extLst>
              <a:ext uri="{FF2B5EF4-FFF2-40B4-BE49-F238E27FC236}">
                <a16:creationId xmlns:a16="http://schemas.microsoft.com/office/drawing/2014/main" id="{500474AF-ED67-4AB9-6034-BE33C24A906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640441" y="2919478"/>
            <a:ext cx="2799814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000" dirty="0">
                <a:solidFill>
                  <a:schemeClr val="dk2"/>
                </a:solidFill>
              </a:rPr>
              <a:t>Instant Finality</a:t>
            </a:r>
            <a:endParaRPr sz="2000" dirty="0">
              <a:solidFill>
                <a:schemeClr val="dk2"/>
              </a:solidFill>
            </a:endParaRPr>
          </a:p>
        </p:txBody>
      </p:sp>
      <p:sp>
        <p:nvSpPr>
          <p:cNvPr id="816" name="Google Shape;816;p40">
            <a:extLst>
              <a:ext uri="{FF2B5EF4-FFF2-40B4-BE49-F238E27FC236}">
                <a16:creationId xmlns:a16="http://schemas.microsoft.com/office/drawing/2014/main" id="{A7D976C5-0129-5FD0-9108-8DB2FC04095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55287" y="3163719"/>
            <a:ext cx="2538419" cy="14181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400" dirty="0"/>
              <a:t>HTS allows feasible micro-transactions for rewards (no high gas fees), and the Account Service lets us instantly create a wallet for every user, onboarding thousands to Hedera.</a:t>
            </a: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817" name="Google Shape;817;p40">
            <a:extLst>
              <a:ext uri="{FF2B5EF4-FFF2-40B4-BE49-F238E27FC236}">
                <a16:creationId xmlns:a16="http://schemas.microsoft.com/office/drawing/2014/main" id="{054947C0-DC2A-10A8-A421-891EB91278D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14142" y="3003092"/>
            <a:ext cx="3459140" cy="2999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 dirty="0">
                <a:solidFill>
                  <a:schemeClr val="dk2"/>
                </a:solidFill>
              </a:rPr>
              <a:t>Token &amp; Account Services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7F5982-F067-E495-5BF9-28EAFDAAE90E}"/>
              </a:ext>
            </a:extLst>
          </p:cNvPr>
          <p:cNvSpPr txBox="1"/>
          <p:nvPr/>
        </p:nvSpPr>
        <p:spPr>
          <a:xfrm>
            <a:off x="256368" y="809945"/>
            <a:ext cx="80792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60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E5A"/>
              </a:buClr>
              <a:buSzPts val="1200"/>
              <a:tabLst/>
              <a:defRPr/>
            </a:pPr>
            <a:r>
              <a:rPr lang="en-GB" sz="2000" dirty="0">
                <a:solidFill>
                  <a:schemeClr val="accent1"/>
                </a:solidFill>
                <a:latin typeface="Squada One"/>
                <a:sym typeface="Advent Pro SemiBold"/>
              </a:rPr>
              <a:t>A standard Web2 ‘points app’ cannot solve this. Trust is the problem. Verifiability is the only answer.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DFC23-A952-B635-0679-91220EE023F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1699" y1="15464" x2="62162" y2="22165"/>
                        <a14:foregroundMark x1="62162" y1="22165" x2="74903" y2="54124"/>
                        <a14:foregroundMark x1="74903" y1="54124" x2="63707" y2="81443"/>
                        <a14:foregroundMark x1="63707" y1="81443" x2="42085" y2="75258"/>
                        <a14:foregroundMark x1="42085" y1="75258" x2="25869" y2="55155"/>
                        <a14:foregroundMark x1="25869" y1="55155" x2="42857" y2="12371"/>
                        <a14:foregroundMark x1="48649" y1="37113" x2="58687" y2="42784"/>
                        <a14:foregroundMark x1="59846" y1="39691" x2="59459" y2="42268"/>
                        <a14:foregroundMark x1="59459" y1="47938" x2="59459" y2="47938"/>
                        <a14:foregroundMark x1="59459" y1="47938" x2="59459" y2="47938"/>
                        <a14:foregroundMark x1="59459" y1="47938" x2="52896" y2="33505"/>
                        <a14:foregroundMark x1="49035" y1="32474" x2="39382" y2="57732"/>
                        <a14:foregroundMark x1="37838" y1="58763" x2="56757" y2="52577"/>
                        <a14:foregroundMark x1="56757" y1="52577" x2="42857" y2="48969"/>
                        <a14:foregroundMark x1="42471" y1="48454" x2="40927" y2="43814"/>
                        <a14:foregroundMark x1="41313" y1="37113" x2="41313" y2="37113"/>
                        <a14:foregroundMark x1="57529" y1="54639" x2="57529" y2="54639"/>
                        <a14:foregroundMark x1="62548" y1="56701" x2="62548" y2="56701"/>
                        <a14:foregroundMark x1="60618" y1="57216" x2="60618" y2="57216"/>
                        <a14:foregroundMark x1="60618" y1="57216" x2="60618" y2="57216"/>
                        <a14:foregroundMark x1="59073" y1="63918" x2="59073" y2="63918"/>
                        <a14:foregroundMark x1="59073" y1="63918" x2="59073" y2="639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04570" y="4160523"/>
            <a:ext cx="1312324" cy="98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143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8"/>
          <p:cNvSpPr txBox="1">
            <a:spLocks noGrp="1"/>
          </p:cNvSpPr>
          <p:nvPr>
            <p:ph type="title"/>
          </p:nvPr>
        </p:nvSpPr>
        <p:spPr>
          <a:xfrm>
            <a:off x="842078" y="443140"/>
            <a:ext cx="7700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ZA" dirty="0"/>
              <a:t>The </a:t>
            </a:r>
            <a:r>
              <a:rPr lang="en-ZA" dirty="0">
                <a:solidFill>
                  <a:schemeClr val="accent1"/>
                </a:solidFill>
              </a:rPr>
              <a:t>VeriCycle </a:t>
            </a:r>
            <a:r>
              <a:rPr lang="en-ZA" dirty="0"/>
              <a:t>User Journey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758" name="Google Shape;758;p38"/>
          <p:cNvSpPr/>
          <p:nvPr/>
        </p:nvSpPr>
        <p:spPr>
          <a:xfrm>
            <a:off x="609965" y="1039750"/>
            <a:ext cx="1180800" cy="11808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9" name="Google Shape;759;p38"/>
          <p:cNvSpPr txBox="1">
            <a:spLocks noGrp="1"/>
          </p:cNvSpPr>
          <p:nvPr>
            <p:ph type="title" idx="4294967295"/>
          </p:nvPr>
        </p:nvSpPr>
        <p:spPr>
          <a:xfrm>
            <a:off x="378820" y="1267994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6"/>
                </a:solidFill>
              </a:rPr>
              <a:t>01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760" name="Google Shape;760;p38"/>
          <p:cNvSpPr/>
          <p:nvPr/>
        </p:nvSpPr>
        <p:spPr>
          <a:xfrm rot="-5400000">
            <a:off x="1981997" y="1362288"/>
            <a:ext cx="583200" cy="500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38"/>
          <p:cNvSpPr/>
          <p:nvPr/>
        </p:nvSpPr>
        <p:spPr>
          <a:xfrm>
            <a:off x="2826939" y="1039750"/>
            <a:ext cx="1180800" cy="11808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38"/>
          <p:cNvSpPr txBox="1">
            <a:spLocks noGrp="1"/>
          </p:cNvSpPr>
          <p:nvPr>
            <p:ph type="title" idx="4294967295"/>
          </p:nvPr>
        </p:nvSpPr>
        <p:spPr>
          <a:xfrm>
            <a:off x="2523797" y="1285694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6"/>
                </a:solidFill>
              </a:rPr>
              <a:t>02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763" name="Google Shape;763;p38"/>
          <p:cNvSpPr/>
          <p:nvPr/>
        </p:nvSpPr>
        <p:spPr>
          <a:xfrm rot="-5400000">
            <a:off x="4194313" y="1362288"/>
            <a:ext cx="583200" cy="500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8"/>
          <p:cNvSpPr/>
          <p:nvPr/>
        </p:nvSpPr>
        <p:spPr>
          <a:xfrm>
            <a:off x="4978778" y="1014888"/>
            <a:ext cx="1180800" cy="11808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38"/>
          <p:cNvSpPr txBox="1">
            <a:spLocks noGrp="1"/>
          </p:cNvSpPr>
          <p:nvPr>
            <p:ph type="title" idx="4294967295"/>
          </p:nvPr>
        </p:nvSpPr>
        <p:spPr>
          <a:xfrm>
            <a:off x="4692278" y="1284686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accent6"/>
                </a:solidFill>
              </a:rPr>
              <a:t>03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766" name="Google Shape;766;p38"/>
          <p:cNvSpPr/>
          <p:nvPr/>
        </p:nvSpPr>
        <p:spPr>
          <a:xfrm rot="-5400000">
            <a:off x="6365302" y="1379686"/>
            <a:ext cx="583200" cy="500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38"/>
          <p:cNvSpPr txBox="1"/>
          <p:nvPr/>
        </p:nvSpPr>
        <p:spPr>
          <a:xfrm>
            <a:off x="624981" y="3451374"/>
            <a:ext cx="1258922" cy="6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rPr>
              <a:t>Collector signs up. A Hedera account is instantly created for them in the background</a:t>
            </a:r>
            <a:endParaRPr dirty="0">
              <a:solidFill>
                <a:schemeClr val="dk1"/>
              </a:solidFill>
              <a:latin typeface="Advent Pro SemiBold"/>
              <a:ea typeface="Advent Pro SemiBold"/>
              <a:cs typeface="Advent Pro SemiBold"/>
              <a:sym typeface="Advent Pro SemiBold"/>
            </a:endParaRPr>
          </a:p>
        </p:txBody>
      </p:sp>
      <p:sp>
        <p:nvSpPr>
          <p:cNvPr id="768" name="Google Shape;768;p38"/>
          <p:cNvSpPr txBox="1"/>
          <p:nvPr/>
        </p:nvSpPr>
        <p:spPr>
          <a:xfrm>
            <a:off x="2848400" y="3280170"/>
            <a:ext cx="1104594" cy="6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rPr>
              <a:t>The collector shows their QR code. Centre scans it.</a:t>
            </a:r>
            <a:endParaRPr dirty="0">
              <a:solidFill>
                <a:schemeClr val="dk1"/>
              </a:solidFill>
              <a:latin typeface="Advent Pro SemiBold"/>
              <a:ea typeface="Advent Pro SemiBold"/>
              <a:cs typeface="Advent Pro SemiBold"/>
              <a:sym typeface="Advent Pro SemiBold"/>
            </a:endParaRPr>
          </a:p>
        </p:txBody>
      </p:sp>
      <p:sp>
        <p:nvSpPr>
          <p:cNvPr id="769" name="Google Shape;769;p38"/>
          <p:cNvSpPr txBox="1"/>
          <p:nvPr/>
        </p:nvSpPr>
        <p:spPr>
          <a:xfrm>
            <a:off x="4842123" y="3351290"/>
            <a:ext cx="1454109" cy="6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rPr>
              <a:t>Centre verifies the weight. EcoCoin is transferred via HTS, and the record is submitted to HCS.</a:t>
            </a:r>
            <a:endParaRPr dirty="0">
              <a:solidFill>
                <a:schemeClr val="dk1"/>
              </a:solidFill>
              <a:latin typeface="Advent Pro SemiBold"/>
              <a:ea typeface="Advent Pro SemiBold"/>
              <a:cs typeface="Advent Pro SemiBold"/>
              <a:sym typeface="Advent Pro SemiBold"/>
            </a:endParaRPr>
          </a:p>
        </p:txBody>
      </p:sp>
      <p:sp>
        <p:nvSpPr>
          <p:cNvPr id="770" name="Google Shape;770;p38"/>
          <p:cNvSpPr txBox="1">
            <a:spLocks noGrp="1"/>
          </p:cNvSpPr>
          <p:nvPr>
            <p:ph type="ctrTitle" idx="4294967295"/>
          </p:nvPr>
        </p:nvSpPr>
        <p:spPr>
          <a:xfrm>
            <a:off x="2389097" y="2371066"/>
            <a:ext cx="20232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000" dirty="0">
                <a:solidFill>
                  <a:schemeClr val="dk2"/>
                </a:solidFill>
              </a:rPr>
              <a:t>Drop-off </a:t>
            </a:r>
            <a:br>
              <a:rPr lang="en-ZA" sz="2000" dirty="0">
                <a:solidFill>
                  <a:schemeClr val="dk2"/>
                </a:solidFill>
              </a:rPr>
            </a:br>
            <a:r>
              <a:rPr lang="en-ZA" sz="2000" dirty="0">
                <a:solidFill>
                  <a:schemeClr val="dk2"/>
                </a:solidFill>
              </a:rPr>
              <a:t>&amp; Scan</a:t>
            </a:r>
            <a:endParaRPr sz="2000" dirty="0">
              <a:solidFill>
                <a:schemeClr val="dk2"/>
              </a:solidFill>
            </a:endParaRPr>
          </a:p>
        </p:txBody>
      </p:sp>
      <p:sp>
        <p:nvSpPr>
          <p:cNvPr id="771" name="Google Shape;771;p38"/>
          <p:cNvSpPr txBox="1">
            <a:spLocks noGrp="1"/>
          </p:cNvSpPr>
          <p:nvPr>
            <p:ph type="ctrTitle" idx="4294967295"/>
          </p:nvPr>
        </p:nvSpPr>
        <p:spPr>
          <a:xfrm>
            <a:off x="4557578" y="2394570"/>
            <a:ext cx="2023200" cy="57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000" dirty="0">
                <a:solidFill>
                  <a:schemeClr val="dk2"/>
                </a:solidFill>
              </a:rPr>
              <a:t>Verify &amp; </a:t>
            </a:r>
            <a:br>
              <a:rPr lang="en-ZA" sz="2000" dirty="0">
                <a:solidFill>
                  <a:schemeClr val="dk2"/>
                </a:solidFill>
              </a:rPr>
            </a:br>
            <a:r>
              <a:rPr lang="en-ZA" sz="2000" dirty="0">
                <a:solidFill>
                  <a:schemeClr val="dk2"/>
                </a:solidFill>
              </a:rPr>
              <a:t>Reward</a:t>
            </a:r>
            <a:endParaRPr sz="2000" dirty="0">
              <a:solidFill>
                <a:schemeClr val="dk2"/>
              </a:solidFill>
            </a:endParaRPr>
          </a:p>
        </p:txBody>
      </p:sp>
      <p:sp>
        <p:nvSpPr>
          <p:cNvPr id="772" name="Google Shape;772;p38"/>
          <p:cNvSpPr txBox="1">
            <a:spLocks noGrp="1"/>
          </p:cNvSpPr>
          <p:nvPr>
            <p:ph type="ctrTitle" idx="4294967295"/>
          </p:nvPr>
        </p:nvSpPr>
        <p:spPr>
          <a:xfrm>
            <a:off x="242842" y="2369266"/>
            <a:ext cx="2023200" cy="57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000" dirty="0">
                <a:solidFill>
                  <a:schemeClr val="dk2"/>
                </a:solidFill>
              </a:rPr>
              <a:t>Sign Up &amp; </a:t>
            </a:r>
            <a:br>
              <a:rPr lang="en-ZA" sz="2000" dirty="0">
                <a:solidFill>
                  <a:schemeClr val="dk2"/>
                </a:solidFill>
              </a:rPr>
            </a:br>
            <a:r>
              <a:rPr lang="en-ZA" sz="2000" dirty="0">
                <a:solidFill>
                  <a:schemeClr val="dk2"/>
                </a:solidFill>
              </a:rPr>
              <a:t>Auto-Wallet</a:t>
            </a:r>
            <a:endParaRPr sz="2000" dirty="0">
              <a:solidFill>
                <a:schemeClr val="dk2"/>
              </a:solidFill>
            </a:endParaRPr>
          </a:p>
        </p:txBody>
      </p:sp>
      <p:sp>
        <p:nvSpPr>
          <p:cNvPr id="3" name="Google Shape;761;p38">
            <a:extLst>
              <a:ext uri="{FF2B5EF4-FFF2-40B4-BE49-F238E27FC236}">
                <a16:creationId xmlns:a16="http://schemas.microsoft.com/office/drawing/2014/main" id="{A6E11978-090D-7CCC-0116-3331C5728D97}"/>
              </a:ext>
            </a:extLst>
          </p:cNvPr>
          <p:cNvSpPr/>
          <p:nvPr/>
        </p:nvSpPr>
        <p:spPr>
          <a:xfrm>
            <a:off x="7129565" y="1026956"/>
            <a:ext cx="1180800" cy="1180800"/>
          </a:xfrm>
          <a:prstGeom prst="ellipse">
            <a:avLst/>
          </a:prstGeom>
          <a:solidFill>
            <a:schemeClr val="tx2">
              <a:lumMod val="50000"/>
            </a:schemeClr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65;p38">
            <a:extLst>
              <a:ext uri="{FF2B5EF4-FFF2-40B4-BE49-F238E27FC236}">
                <a16:creationId xmlns:a16="http://schemas.microsoft.com/office/drawing/2014/main" id="{7DE9A65A-9D6E-45E1-3D8B-8BD9DECA268E}"/>
              </a:ext>
            </a:extLst>
          </p:cNvPr>
          <p:cNvSpPr txBox="1">
            <a:spLocks/>
          </p:cNvSpPr>
          <p:nvPr/>
        </p:nvSpPr>
        <p:spPr>
          <a:xfrm>
            <a:off x="6843065" y="1312950"/>
            <a:ext cx="17538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 b="0" i="0" u="none" strike="noStrike" cap="none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" sz="5000" dirty="0">
                <a:solidFill>
                  <a:schemeClr val="accent6"/>
                </a:solidFill>
              </a:rPr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574BA8-B277-B1EC-BDCE-09F7FF0A370D}"/>
              </a:ext>
            </a:extLst>
          </p:cNvPr>
          <p:cNvSpPr txBox="1"/>
          <p:nvPr/>
        </p:nvSpPr>
        <p:spPr>
          <a:xfrm>
            <a:off x="6764766" y="2293822"/>
            <a:ext cx="19103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F2E"/>
              </a:buClr>
              <a:buSzPts val="2800"/>
              <a:buFont typeface="Squada One"/>
              <a:buNone/>
              <a:tabLst/>
              <a:defRPr/>
            </a:pPr>
            <a:r>
              <a:rPr kumimoji="0" lang="en-ZA" sz="2000" b="0" i="0" u="none" strike="noStrike" kern="0" cap="none" spc="0" normalizeH="0" baseline="0" noProof="0" dirty="0">
                <a:ln>
                  <a:noFill/>
                </a:ln>
                <a:solidFill>
                  <a:srgbClr val="2E924F"/>
                </a:solidFill>
                <a:effectLst/>
                <a:uLnTx/>
                <a:uFillTx/>
                <a:latin typeface="Squada One"/>
                <a:sym typeface="Squada One"/>
              </a:rPr>
              <a:t>Redeem via </a:t>
            </a:r>
            <a:r>
              <a:rPr kumimoji="0" lang="en-ZA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E924F"/>
                </a:solidFill>
                <a:effectLst/>
                <a:uLnTx/>
                <a:uFillTx/>
                <a:latin typeface="Squada One"/>
                <a:sym typeface="Squada One"/>
              </a:rPr>
              <a:t>HashPack</a:t>
            </a:r>
            <a:endParaRPr kumimoji="0" lang="en-ZA" sz="2000" b="0" i="0" u="none" strike="noStrike" kern="0" cap="none" spc="0" normalizeH="0" baseline="0" noProof="0" dirty="0">
              <a:ln>
                <a:noFill/>
              </a:ln>
              <a:solidFill>
                <a:srgbClr val="2E924F"/>
              </a:solidFill>
              <a:effectLst/>
              <a:uLnTx/>
              <a:uFillTx/>
              <a:latin typeface="Squada One"/>
              <a:sym typeface="Squada On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A0F872-30FB-80B4-0442-9A7EDA858CE4}"/>
              </a:ext>
            </a:extLst>
          </p:cNvPr>
          <p:cNvSpPr txBox="1"/>
          <p:nvPr/>
        </p:nvSpPr>
        <p:spPr>
          <a:xfrm>
            <a:off x="6541153" y="3001708"/>
            <a:ext cx="213401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GB" dirty="0">
                <a:solidFill>
                  <a:schemeClr val="dk1"/>
                </a:solidFill>
                <a:latin typeface="Advent Pro SemiBold"/>
              </a:rPr>
              <a:t>The collector imports their VeriCycle wallet into HashPack, swaps their EcoCoin for HBAR/USDC on a DEX (like SaucerSwap), and cashes out to their bank. This is a feasible, working, Web3-native cash-out path.</a:t>
            </a:r>
            <a:endParaRPr lang="en-GB" dirty="0">
              <a:solidFill>
                <a:schemeClr val="dk1"/>
              </a:solidFill>
              <a:latin typeface="Advent Pro SemiBold"/>
              <a:sym typeface="Advent Pro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>
          <a:extLst>
            <a:ext uri="{FF2B5EF4-FFF2-40B4-BE49-F238E27FC236}">
              <a16:creationId xmlns:a16="http://schemas.microsoft.com/office/drawing/2014/main" id="{48A26FE3-0010-6537-2246-1E73788B1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7">
            <a:extLst>
              <a:ext uri="{FF2B5EF4-FFF2-40B4-BE49-F238E27FC236}">
                <a16:creationId xmlns:a16="http://schemas.microsoft.com/office/drawing/2014/main" id="{E05C1D47-23AF-C659-70AA-9A9D109920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714" y="2074095"/>
            <a:ext cx="2714400" cy="173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Live Product </a:t>
            </a:r>
            <a:r>
              <a:rPr lang="en" dirty="0">
                <a:solidFill>
                  <a:schemeClr val="accent1"/>
                </a:solidFill>
              </a:rPr>
              <a:t>Demo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728" name="Google Shape;728;p37">
            <a:extLst>
              <a:ext uri="{FF2B5EF4-FFF2-40B4-BE49-F238E27FC236}">
                <a16:creationId xmlns:a16="http://schemas.microsoft.com/office/drawing/2014/main" id="{2F8A9529-7A70-00D9-2FBB-ED650D4210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58400" y="1407027"/>
            <a:ext cx="5867439" cy="23143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Bef>
                <a:spcPts val="1000"/>
              </a:spcBef>
            </a:pPr>
            <a:r>
              <a:rPr lang="en-GB" sz="2000" dirty="0"/>
              <a:t>Click Here to Watch the Full Demo on YouTube: </a:t>
            </a:r>
          </a:p>
          <a:p>
            <a:pPr lvl="0">
              <a:spcBef>
                <a:spcPts val="1000"/>
              </a:spcBef>
            </a:pPr>
            <a:r>
              <a:rPr lang="en-ZA" sz="2000" dirty="0"/>
              <a:t>Live App Link: </a:t>
            </a:r>
          </a:p>
          <a:p>
            <a:pPr lvl="0">
              <a:spcBef>
                <a:spcPts val="1000"/>
              </a:spcBef>
            </a:pPr>
            <a:r>
              <a:rPr lang="en-GB" sz="2000" b="1" dirty="0"/>
              <a:t>Demo Account:</a:t>
            </a:r>
            <a:endParaRPr lang="en-GB" sz="2000" dirty="0"/>
          </a:p>
          <a:p>
            <a:pPr lvl="1">
              <a:lnSpc>
                <a:spcPct val="100000"/>
              </a:lnSpc>
            </a:pPr>
            <a:r>
              <a:rPr lang="en-GB" sz="2000" b="1" dirty="0"/>
              <a:t>Demo Login:</a:t>
            </a:r>
            <a:r>
              <a:rPr lang="en-GB" sz="2000" dirty="0"/>
              <a:t> </a:t>
            </a:r>
            <a:r>
              <a:rPr lang="en-GB" sz="1800" dirty="0"/>
              <a:t>demo@vericycle.com</a:t>
            </a:r>
            <a:endParaRPr lang="en-GB" sz="2000" dirty="0"/>
          </a:p>
          <a:p>
            <a:pPr lvl="1">
              <a:lnSpc>
                <a:spcPct val="100000"/>
              </a:lnSpc>
            </a:pPr>
            <a:r>
              <a:rPr lang="en-GB" sz="2000" b="1" dirty="0"/>
              <a:t>Password:</a:t>
            </a:r>
            <a:r>
              <a:rPr lang="en-GB" sz="2000" dirty="0"/>
              <a:t> </a:t>
            </a:r>
            <a:r>
              <a:rPr lang="en-GB" sz="1800" dirty="0"/>
              <a:t>H3dera!2025</a:t>
            </a:r>
            <a:endParaRPr lang="en-GB" sz="2000" dirty="0"/>
          </a:p>
        </p:txBody>
      </p:sp>
      <p:grpSp>
        <p:nvGrpSpPr>
          <p:cNvPr id="729" name="Google Shape;729;p37">
            <a:extLst>
              <a:ext uri="{FF2B5EF4-FFF2-40B4-BE49-F238E27FC236}">
                <a16:creationId xmlns:a16="http://schemas.microsoft.com/office/drawing/2014/main" id="{14B49A88-D4EF-6082-DF79-5BFC9B2AA468}"/>
              </a:ext>
            </a:extLst>
          </p:cNvPr>
          <p:cNvGrpSpPr/>
          <p:nvPr/>
        </p:nvGrpSpPr>
        <p:grpSpPr>
          <a:xfrm rot="-452917">
            <a:off x="919880" y="676461"/>
            <a:ext cx="1166145" cy="737885"/>
            <a:chOff x="919850" y="676475"/>
            <a:chExt cx="1049990" cy="664387"/>
          </a:xfrm>
        </p:grpSpPr>
        <p:sp>
          <p:nvSpPr>
            <p:cNvPr id="730" name="Google Shape;730;p37">
              <a:extLst>
                <a:ext uri="{FF2B5EF4-FFF2-40B4-BE49-F238E27FC236}">
                  <a16:creationId xmlns:a16="http://schemas.microsoft.com/office/drawing/2014/main" id="{FB25553A-45B9-9857-5473-E88E846A7BD9}"/>
                </a:ext>
              </a:extLst>
            </p:cNvPr>
            <p:cNvSpPr/>
            <p:nvPr/>
          </p:nvSpPr>
          <p:spPr>
            <a:xfrm>
              <a:off x="919850" y="676475"/>
              <a:ext cx="1049990" cy="664387"/>
            </a:xfrm>
            <a:custGeom>
              <a:avLst/>
              <a:gdLst/>
              <a:ahLst/>
              <a:cxnLst/>
              <a:rect l="l" t="t" r="r" b="b"/>
              <a:pathLst>
                <a:path w="8912" h="5639" extrusionOk="0">
                  <a:moveTo>
                    <a:pt x="5069" y="1"/>
                  </a:moveTo>
                  <a:cubicBezTo>
                    <a:pt x="4978" y="1"/>
                    <a:pt x="4889" y="5"/>
                    <a:pt x="4803" y="10"/>
                  </a:cubicBezTo>
                  <a:cubicBezTo>
                    <a:pt x="4516" y="10"/>
                    <a:pt x="4252" y="34"/>
                    <a:pt x="3965" y="58"/>
                  </a:cubicBezTo>
                  <a:cubicBezTo>
                    <a:pt x="3414" y="118"/>
                    <a:pt x="2863" y="225"/>
                    <a:pt x="2312" y="369"/>
                  </a:cubicBezTo>
                  <a:cubicBezTo>
                    <a:pt x="1773" y="525"/>
                    <a:pt x="1246" y="716"/>
                    <a:pt x="755" y="956"/>
                  </a:cubicBezTo>
                  <a:cubicBezTo>
                    <a:pt x="395" y="1124"/>
                    <a:pt x="0" y="1423"/>
                    <a:pt x="48" y="1806"/>
                  </a:cubicBezTo>
                  <a:cubicBezTo>
                    <a:pt x="60" y="1914"/>
                    <a:pt x="108" y="2010"/>
                    <a:pt x="168" y="2082"/>
                  </a:cubicBezTo>
                  <a:cubicBezTo>
                    <a:pt x="192" y="2166"/>
                    <a:pt x="228" y="2249"/>
                    <a:pt x="240" y="2321"/>
                  </a:cubicBezTo>
                  <a:cubicBezTo>
                    <a:pt x="276" y="2465"/>
                    <a:pt x="288" y="2633"/>
                    <a:pt x="288" y="2788"/>
                  </a:cubicBezTo>
                  <a:cubicBezTo>
                    <a:pt x="288" y="2992"/>
                    <a:pt x="276" y="3220"/>
                    <a:pt x="288" y="3411"/>
                  </a:cubicBezTo>
                  <a:cubicBezTo>
                    <a:pt x="288" y="3579"/>
                    <a:pt x="300" y="3759"/>
                    <a:pt x="300" y="3926"/>
                  </a:cubicBezTo>
                  <a:cubicBezTo>
                    <a:pt x="312" y="4190"/>
                    <a:pt x="324" y="4441"/>
                    <a:pt x="371" y="4705"/>
                  </a:cubicBezTo>
                  <a:cubicBezTo>
                    <a:pt x="383" y="4777"/>
                    <a:pt x="479" y="4884"/>
                    <a:pt x="563" y="4896"/>
                  </a:cubicBezTo>
                  <a:lnTo>
                    <a:pt x="599" y="4896"/>
                  </a:lnTo>
                  <a:cubicBezTo>
                    <a:pt x="683" y="4896"/>
                    <a:pt x="803" y="4848"/>
                    <a:pt x="898" y="4825"/>
                  </a:cubicBezTo>
                  <a:lnTo>
                    <a:pt x="898" y="4825"/>
                  </a:lnTo>
                  <a:cubicBezTo>
                    <a:pt x="886" y="4944"/>
                    <a:pt x="970" y="5076"/>
                    <a:pt x="1090" y="5124"/>
                  </a:cubicBezTo>
                  <a:cubicBezTo>
                    <a:pt x="1126" y="5136"/>
                    <a:pt x="1162" y="5136"/>
                    <a:pt x="1210" y="5136"/>
                  </a:cubicBezTo>
                  <a:cubicBezTo>
                    <a:pt x="1246" y="5136"/>
                    <a:pt x="1282" y="5136"/>
                    <a:pt x="1318" y="5124"/>
                  </a:cubicBezTo>
                  <a:cubicBezTo>
                    <a:pt x="1378" y="5100"/>
                    <a:pt x="1401" y="5064"/>
                    <a:pt x="1461" y="5028"/>
                  </a:cubicBezTo>
                  <a:cubicBezTo>
                    <a:pt x="1485" y="5016"/>
                    <a:pt x="1497" y="5016"/>
                    <a:pt x="1509" y="5016"/>
                  </a:cubicBezTo>
                  <a:cubicBezTo>
                    <a:pt x="1617" y="5088"/>
                    <a:pt x="1689" y="5196"/>
                    <a:pt x="1797" y="5268"/>
                  </a:cubicBezTo>
                  <a:cubicBezTo>
                    <a:pt x="1881" y="5328"/>
                    <a:pt x="1976" y="5399"/>
                    <a:pt x="2096" y="5423"/>
                  </a:cubicBezTo>
                  <a:lnTo>
                    <a:pt x="2120" y="5423"/>
                  </a:lnTo>
                  <a:cubicBezTo>
                    <a:pt x="2137" y="5425"/>
                    <a:pt x="2154" y="5426"/>
                    <a:pt x="2171" y="5426"/>
                  </a:cubicBezTo>
                  <a:cubicBezTo>
                    <a:pt x="2274" y="5426"/>
                    <a:pt x="2378" y="5399"/>
                    <a:pt x="2491" y="5399"/>
                  </a:cubicBezTo>
                  <a:lnTo>
                    <a:pt x="2503" y="5399"/>
                  </a:lnTo>
                  <a:cubicBezTo>
                    <a:pt x="2515" y="5399"/>
                    <a:pt x="2527" y="5399"/>
                    <a:pt x="2538" y="5399"/>
                  </a:cubicBezTo>
                  <a:cubicBezTo>
                    <a:pt x="2981" y="5399"/>
                    <a:pt x="3401" y="5616"/>
                    <a:pt x="3845" y="5639"/>
                  </a:cubicBezTo>
                  <a:cubicBezTo>
                    <a:pt x="3917" y="5627"/>
                    <a:pt x="4001" y="5615"/>
                    <a:pt x="4084" y="5579"/>
                  </a:cubicBezTo>
                  <a:cubicBezTo>
                    <a:pt x="4138" y="5567"/>
                    <a:pt x="4195" y="5564"/>
                    <a:pt x="4252" y="5564"/>
                  </a:cubicBezTo>
                  <a:cubicBezTo>
                    <a:pt x="4309" y="5564"/>
                    <a:pt x="4366" y="5567"/>
                    <a:pt x="4420" y="5567"/>
                  </a:cubicBezTo>
                  <a:lnTo>
                    <a:pt x="4659" y="5567"/>
                  </a:lnTo>
                  <a:cubicBezTo>
                    <a:pt x="4899" y="5567"/>
                    <a:pt x="5138" y="5555"/>
                    <a:pt x="5366" y="5555"/>
                  </a:cubicBezTo>
                  <a:cubicBezTo>
                    <a:pt x="5593" y="5531"/>
                    <a:pt x="5893" y="5567"/>
                    <a:pt x="6120" y="5495"/>
                  </a:cubicBezTo>
                  <a:cubicBezTo>
                    <a:pt x="6180" y="5471"/>
                    <a:pt x="6228" y="5447"/>
                    <a:pt x="6276" y="5435"/>
                  </a:cubicBezTo>
                  <a:cubicBezTo>
                    <a:pt x="6456" y="5375"/>
                    <a:pt x="6683" y="5375"/>
                    <a:pt x="6863" y="5340"/>
                  </a:cubicBezTo>
                  <a:cubicBezTo>
                    <a:pt x="7019" y="5316"/>
                    <a:pt x="7198" y="5292"/>
                    <a:pt x="7318" y="5172"/>
                  </a:cubicBezTo>
                  <a:cubicBezTo>
                    <a:pt x="7414" y="5100"/>
                    <a:pt x="7462" y="4980"/>
                    <a:pt x="7582" y="4932"/>
                  </a:cubicBezTo>
                  <a:cubicBezTo>
                    <a:pt x="7605" y="4926"/>
                    <a:pt x="7628" y="4923"/>
                    <a:pt x="7651" y="4923"/>
                  </a:cubicBezTo>
                  <a:cubicBezTo>
                    <a:pt x="7760" y="4923"/>
                    <a:pt x="7868" y="4980"/>
                    <a:pt x="7977" y="4980"/>
                  </a:cubicBezTo>
                  <a:lnTo>
                    <a:pt x="7989" y="4980"/>
                  </a:lnTo>
                  <a:cubicBezTo>
                    <a:pt x="8061" y="4980"/>
                    <a:pt x="8109" y="4968"/>
                    <a:pt x="8157" y="4920"/>
                  </a:cubicBezTo>
                  <a:cubicBezTo>
                    <a:pt x="8216" y="4896"/>
                    <a:pt x="8264" y="4837"/>
                    <a:pt x="8312" y="4777"/>
                  </a:cubicBezTo>
                  <a:cubicBezTo>
                    <a:pt x="8408" y="4609"/>
                    <a:pt x="8432" y="4393"/>
                    <a:pt x="8468" y="4226"/>
                  </a:cubicBezTo>
                  <a:cubicBezTo>
                    <a:pt x="8576" y="3711"/>
                    <a:pt x="8648" y="3196"/>
                    <a:pt x="8672" y="2693"/>
                  </a:cubicBezTo>
                  <a:lnTo>
                    <a:pt x="8672" y="2633"/>
                  </a:lnTo>
                  <a:lnTo>
                    <a:pt x="8672" y="1914"/>
                  </a:lnTo>
                  <a:lnTo>
                    <a:pt x="8672" y="1902"/>
                  </a:lnTo>
                  <a:cubicBezTo>
                    <a:pt x="8755" y="1806"/>
                    <a:pt x="8815" y="1687"/>
                    <a:pt x="8827" y="1555"/>
                  </a:cubicBezTo>
                  <a:cubicBezTo>
                    <a:pt x="8911" y="1231"/>
                    <a:pt x="8624" y="1004"/>
                    <a:pt x="8360" y="848"/>
                  </a:cubicBezTo>
                  <a:cubicBezTo>
                    <a:pt x="7893" y="597"/>
                    <a:pt x="7378" y="417"/>
                    <a:pt x="6863" y="297"/>
                  </a:cubicBezTo>
                  <a:cubicBezTo>
                    <a:pt x="6600" y="237"/>
                    <a:pt x="6336" y="189"/>
                    <a:pt x="6061" y="177"/>
                  </a:cubicBezTo>
                  <a:cubicBezTo>
                    <a:pt x="5869" y="165"/>
                    <a:pt x="5689" y="118"/>
                    <a:pt x="5510" y="58"/>
                  </a:cubicBezTo>
                  <a:cubicBezTo>
                    <a:pt x="5368" y="13"/>
                    <a:pt x="5217" y="1"/>
                    <a:pt x="5069" y="1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1" name="Google Shape;731;p37">
              <a:extLst>
                <a:ext uri="{FF2B5EF4-FFF2-40B4-BE49-F238E27FC236}">
                  <a16:creationId xmlns:a16="http://schemas.microsoft.com/office/drawing/2014/main" id="{3BA3D31D-5BDD-AE54-DFB6-EA29C7AE290A}"/>
                </a:ext>
              </a:extLst>
            </p:cNvPr>
            <p:cNvGrpSpPr/>
            <p:nvPr/>
          </p:nvGrpSpPr>
          <p:grpSpPr>
            <a:xfrm>
              <a:off x="919850" y="676475"/>
              <a:ext cx="1049990" cy="662962"/>
              <a:chOff x="919850" y="676475"/>
              <a:chExt cx="1049990" cy="662962"/>
            </a:xfrm>
          </p:grpSpPr>
          <p:sp>
            <p:nvSpPr>
              <p:cNvPr id="732" name="Google Shape;732;p37">
                <a:extLst>
                  <a:ext uri="{FF2B5EF4-FFF2-40B4-BE49-F238E27FC236}">
                    <a16:creationId xmlns:a16="http://schemas.microsoft.com/office/drawing/2014/main" id="{13E9DFCC-0B91-7F24-49A8-B22EF2D5F714}"/>
                  </a:ext>
                </a:extLst>
              </p:cNvPr>
              <p:cNvSpPr/>
              <p:nvPr/>
            </p:nvSpPr>
            <p:spPr>
              <a:xfrm>
                <a:off x="932457" y="790406"/>
                <a:ext cx="1017590" cy="547734"/>
              </a:xfrm>
              <a:custGeom>
                <a:avLst/>
                <a:gdLst/>
                <a:ahLst/>
                <a:cxnLst/>
                <a:rect l="l" t="t" r="r" b="b"/>
                <a:pathLst>
                  <a:path w="8637" h="4649" extrusionOk="0">
                    <a:moveTo>
                      <a:pt x="4864" y="1"/>
                    </a:moveTo>
                    <a:cubicBezTo>
                      <a:pt x="4385" y="1"/>
                      <a:pt x="3894" y="13"/>
                      <a:pt x="3402" y="61"/>
                    </a:cubicBezTo>
                    <a:cubicBezTo>
                      <a:pt x="2624" y="121"/>
                      <a:pt x="1821" y="240"/>
                      <a:pt x="1067" y="408"/>
                    </a:cubicBezTo>
                    <a:cubicBezTo>
                      <a:pt x="887" y="456"/>
                      <a:pt x="684" y="492"/>
                      <a:pt x="492" y="540"/>
                    </a:cubicBezTo>
                    <a:cubicBezTo>
                      <a:pt x="444" y="552"/>
                      <a:pt x="384" y="552"/>
                      <a:pt x="348" y="576"/>
                    </a:cubicBezTo>
                    <a:cubicBezTo>
                      <a:pt x="288" y="588"/>
                      <a:pt x="205" y="600"/>
                      <a:pt x="169" y="648"/>
                    </a:cubicBezTo>
                    <a:lnTo>
                      <a:pt x="121" y="696"/>
                    </a:lnTo>
                    <a:cubicBezTo>
                      <a:pt x="1" y="863"/>
                      <a:pt x="145" y="1139"/>
                      <a:pt x="193" y="1306"/>
                    </a:cubicBezTo>
                    <a:cubicBezTo>
                      <a:pt x="229" y="1462"/>
                      <a:pt x="240" y="1606"/>
                      <a:pt x="240" y="1774"/>
                    </a:cubicBezTo>
                    <a:lnTo>
                      <a:pt x="240" y="2396"/>
                    </a:lnTo>
                    <a:cubicBezTo>
                      <a:pt x="240" y="2564"/>
                      <a:pt x="252" y="2744"/>
                      <a:pt x="252" y="2911"/>
                    </a:cubicBezTo>
                    <a:cubicBezTo>
                      <a:pt x="264" y="3163"/>
                      <a:pt x="288" y="3426"/>
                      <a:pt x="324" y="3690"/>
                    </a:cubicBezTo>
                    <a:cubicBezTo>
                      <a:pt x="348" y="3762"/>
                      <a:pt x="432" y="3870"/>
                      <a:pt x="528" y="3881"/>
                    </a:cubicBezTo>
                    <a:lnTo>
                      <a:pt x="552" y="3881"/>
                    </a:lnTo>
                    <a:cubicBezTo>
                      <a:pt x="648" y="3881"/>
                      <a:pt x="767" y="3822"/>
                      <a:pt x="851" y="3810"/>
                    </a:cubicBezTo>
                    <a:lnTo>
                      <a:pt x="851" y="3822"/>
                    </a:lnTo>
                    <a:cubicBezTo>
                      <a:pt x="839" y="3953"/>
                      <a:pt x="923" y="4073"/>
                      <a:pt x="1043" y="4121"/>
                    </a:cubicBezTo>
                    <a:cubicBezTo>
                      <a:pt x="1091" y="4133"/>
                      <a:pt x="1127" y="4133"/>
                      <a:pt x="1163" y="4133"/>
                    </a:cubicBezTo>
                    <a:cubicBezTo>
                      <a:pt x="1187" y="4121"/>
                      <a:pt x="1199" y="4121"/>
                      <a:pt x="1211" y="4121"/>
                    </a:cubicBezTo>
                    <a:cubicBezTo>
                      <a:pt x="1282" y="4109"/>
                      <a:pt x="1318" y="4037"/>
                      <a:pt x="1390" y="4013"/>
                    </a:cubicBezTo>
                    <a:cubicBezTo>
                      <a:pt x="1402" y="4013"/>
                      <a:pt x="1402" y="4013"/>
                      <a:pt x="1426" y="4037"/>
                    </a:cubicBezTo>
                    <a:cubicBezTo>
                      <a:pt x="1438" y="4037"/>
                      <a:pt x="1450" y="4013"/>
                      <a:pt x="1462" y="4013"/>
                    </a:cubicBezTo>
                    <a:cubicBezTo>
                      <a:pt x="1570" y="4097"/>
                      <a:pt x="1642" y="4193"/>
                      <a:pt x="1750" y="4277"/>
                    </a:cubicBezTo>
                    <a:cubicBezTo>
                      <a:pt x="1845" y="4325"/>
                      <a:pt x="1929" y="4408"/>
                      <a:pt x="2049" y="4420"/>
                    </a:cubicBezTo>
                    <a:lnTo>
                      <a:pt x="2085" y="4420"/>
                    </a:lnTo>
                    <a:cubicBezTo>
                      <a:pt x="2157" y="4420"/>
                      <a:pt x="2241" y="4408"/>
                      <a:pt x="2324" y="4408"/>
                    </a:cubicBezTo>
                    <a:lnTo>
                      <a:pt x="2456" y="4408"/>
                    </a:lnTo>
                    <a:cubicBezTo>
                      <a:pt x="2490" y="4406"/>
                      <a:pt x="2524" y="4405"/>
                      <a:pt x="2557" y="4405"/>
                    </a:cubicBezTo>
                    <a:cubicBezTo>
                      <a:pt x="2986" y="4405"/>
                      <a:pt x="3387" y="4604"/>
                      <a:pt x="3798" y="4648"/>
                    </a:cubicBezTo>
                    <a:cubicBezTo>
                      <a:pt x="3894" y="4636"/>
                      <a:pt x="3953" y="4612"/>
                      <a:pt x="4037" y="4588"/>
                    </a:cubicBezTo>
                    <a:cubicBezTo>
                      <a:pt x="4078" y="4573"/>
                      <a:pt x="4124" y="4568"/>
                      <a:pt x="4172" y="4568"/>
                    </a:cubicBezTo>
                    <a:cubicBezTo>
                      <a:pt x="4236" y="4568"/>
                      <a:pt x="4304" y="4576"/>
                      <a:pt x="4373" y="4576"/>
                    </a:cubicBezTo>
                    <a:lnTo>
                      <a:pt x="4612" y="4576"/>
                    </a:lnTo>
                    <a:cubicBezTo>
                      <a:pt x="4840" y="4576"/>
                      <a:pt x="5079" y="4576"/>
                      <a:pt x="5319" y="4552"/>
                    </a:cubicBezTo>
                    <a:cubicBezTo>
                      <a:pt x="5363" y="4550"/>
                      <a:pt x="5408" y="4549"/>
                      <a:pt x="5455" y="4549"/>
                    </a:cubicBezTo>
                    <a:cubicBezTo>
                      <a:pt x="5505" y="4549"/>
                      <a:pt x="5557" y="4550"/>
                      <a:pt x="5609" y="4550"/>
                    </a:cubicBezTo>
                    <a:cubicBezTo>
                      <a:pt x="5766" y="4550"/>
                      <a:pt x="5926" y="4544"/>
                      <a:pt x="6073" y="4492"/>
                    </a:cubicBezTo>
                    <a:cubicBezTo>
                      <a:pt x="6121" y="4480"/>
                      <a:pt x="6169" y="4456"/>
                      <a:pt x="6229" y="4432"/>
                    </a:cubicBezTo>
                    <a:cubicBezTo>
                      <a:pt x="6409" y="4373"/>
                      <a:pt x="6612" y="4373"/>
                      <a:pt x="6816" y="4349"/>
                    </a:cubicBezTo>
                    <a:cubicBezTo>
                      <a:pt x="6972" y="4325"/>
                      <a:pt x="7151" y="4301"/>
                      <a:pt x="7271" y="4181"/>
                    </a:cubicBezTo>
                    <a:cubicBezTo>
                      <a:pt x="7367" y="4109"/>
                      <a:pt x="7427" y="3989"/>
                      <a:pt x="7535" y="3941"/>
                    </a:cubicBezTo>
                    <a:cubicBezTo>
                      <a:pt x="7558" y="3932"/>
                      <a:pt x="7583" y="3928"/>
                      <a:pt x="7609" y="3928"/>
                    </a:cubicBezTo>
                    <a:cubicBezTo>
                      <a:pt x="7711" y="3928"/>
                      <a:pt x="7824" y="3989"/>
                      <a:pt x="7930" y="3989"/>
                    </a:cubicBezTo>
                    <a:lnTo>
                      <a:pt x="7954" y="3989"/>
                    </a:lnTo>
                    <a:cubicBezTo>
                      <a:pt x="8014" y="3977"/>
                      <a:pt x="8074" y="3953"/>
                      <a:pt x="8109" y="3929"/>
                    </a:cubicBezTo>
                    <a:cubicBezTo>
                      <a:pt x="8169" y="3893"/>
                      <a:pt x="8217" y="3834"/>
                      <a:pt x="8265" y="3774"/>
                    </a:cubicBezTo>
                    <a:cubicBezTo>
                      <a:pt x="8373" y="3618"/>
                      <a:pt x="8385" y="3414"/>
                      <a:pt x="8433" y="3223"/>
                    </a:cubicBezTo>
                    <a:cubicBezTo>
                      <a:pt x="8529" y="2732"/>
                      <a:pt x="8612" y="2205"/>
                      <a:pt x="8624" y="1702"/>
                    </a:cubicBezTo>
                    <a:lnTo>
                      <a:pt x="8624" y="1642"/>
                    </a:lnTo>
                    <a:cubicBezTo>
                      <a:pt x="8624" y="1402"/>
                      <a:pt x="8624" y="1163"/>
                      <a:pt x="8636" y="899"/>
                    </a:cubicBezTo>
                    <a:cubicBezTo>
                      <a:pt x="8636" y="755"/>
                      <a:pt x="8624" y="600"/>
                      <a:pt x="8529" y="480"/>
                    </a:cubicBezTo>
                    <a:lnTo>
                      <a:pt x="8517" y="468"/>
                    </a:lnTo>
                    <a:cubicBezTo>
                      <a:pt x="8505" y="444"/>
                      <a:pt x="8469" y="420"/>
                      <a:pt x="8457" y="408"/>
                    </a:cubicBezTo>
                    <a:cubicBezTo>
                      <a:pt x="8349" y="336"/>
                      <a:pt x="8217" y="324"/>
                      <a:pt x="8097" y="288"/>
                    </a:cubicBezTo>
                    <a:cubicBezTo>
                      <a:pt x="7331" y="145"/>
                      <a:pt x="6540" y="61"/>
                      <a:pt x="5762" y="25"/>
                    </a:cubicBezTo>
                    <a:cubicBezTo>
                      <a:pt x="5463" y="1"/>
                      <a:pt x="5163" y="1"/>
                      <a:pt x="48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7">
                <a:extLst>
                  <a:ext uri="{FF2B5EF4-FFF2-40B4-BE49-F238E27FC236}">
                    <a16:creationId xmlns:a16="http://schemas.microsoft.com/office/drawing/2014/main" id="{91DAB5C1-41C2-E54A-A58C-01E282D0945B}"/>
                  </a:ext>
                </a:extLst>
              </p:cNvPr>
              <p:cNvSpPr/>
              <p:nvPr/>
            </p:nvSpPr>
            <p:spPr>
              <a:xfrm>
                <a:off x="963561" y="992229"/>
                <a:ext cx="985072" cy="347208"/>
              </a:xfrm>
              <a:custGeom>
                <a:avLst/>
                <a:gdLst/>
                <a:ahLst/>
                <a:cxnLst/>
                <a:rect l="l" t="t" r="r" b="b"/>
                <a:pathLst>
                  <a:path w="8361" h="2947" extrusionOk="0">
                    <a:moveTo>
                      <a:pt x="8360" y="1"/>
                    </a:moveTo>
                    <a:lnTo>
                      <a:pt x="8360" y="1"/>
                    </a:lnTo>
                    <a:cubicBezTo>
                      <a:pt x="8313" y="84"/>
                      <a:pt x="8265" y="192"/>
                      <a:pt x="8253" y="312"/>
                    </a:cubicBezTo>
                    <a:cubicBezTo>
                      <a:pt x="8133" y="623"/>
                      <a:pt x="7989" y="923"/>
                      <a:pt x="7750" y="1162"/>
                    </a:cubicBezTo>
                    <a:cubicBezTo>
                      <a:pt x="7283" y="1630"/>
                      <a:pt x="6528" y="1725"/>
                      <a:pt x="5845" y="1797"/>
                    </a:cubicBezTo>
                    <a:cubicBezTo>
                      <a:pt x="5066" y="1875"/>
                      <a:pt x="4281" y="1959"/>
                      <a:pt x="3499" y="1959"/>
                    </a:cubicBezTo>
                    <a:cubicBezTo>
                      <a:pt x="3198" y="1959"/>
                      <a:pt x="2898" y="1947"/>
                      <a:pt x="2599" y="1917"/>
                    </a:cubicBezTo>
                    <a:cubicBezTo>
                      <a:pt x="2516" y="1905"/>
                      <a:pt x="2432" y="1905"/>
                      <a:pt x="2360" y="1881"/>
                    </a:cubicBezTo>
                    <a:cubicBezTo>
                      <a:pt x="2025" y="1845"/>
                      <a:pt x="1701" y="1785"/>
                      <a:pt x="1366" y="1689"/>
                    </a:cubicBezTo>
                    <a:cubicBezTo>
                      <a:pt x="1066" y="1606"/>
                      <a:pt x="779" y="1486"/>
                      <a:pt x="480" y="1378"/>
                    </a:cubicBezTo>
                    <a:cubicBezTo>
                      <a:pt x="336" y="1330"/>
                      <a:pt x="168" y="1270"/>
                      <a:pt x="0" y="1246"/>
                    </a:cubicBezTo>
                    <a:lnTo>
                      <a:pt x="0" y="1246"/>
                    </a:lnTo>
                    <a:cubicBezTo>
                      <a:pt x="0" y="1498"/>
                      <a:pt x="36" y="1761"/>
                      <a:pt x="84" y="2025"/>
                    </a:cubicBezTo>
                    <a:cubicBezTo>
                      <a:pt x="96" y="2097"/>
                      <a:pt x="180" y="2204"/>
                      <a:pt x="276" y="2216"/>
                    </a:cubicBezTo>
                    <a:lnTo>
                      <a:pt x="288" y="2216"/>
                    </a:lnTo>
                    <a:cubicBezTo>
                      <a:pt x="372" y="2216"/>
                      <a:pt x="503" y="2168"/>
                      <a:pt x="587" y="2145"/>
                    </a:cubicBezTo>
                    <a:cubicBezTo>
                      <a:pt x="599" y="2121"/>
                      <a:pt x="623" y="2121"/>
                      <a:pt x="635" y="2121"/>
                    </a:cubicBezTo>
                    <a:cubicBezTo>
                      <a:pt x="623" y="2240"/>
                      <a:pt x="707" y="2384"/>
                      <a:pt x="839" y="2420"/>
                    </a:cubicBezTo>
                    <a:cubicBezTo>
                      <a:pt x="863" y="2444"/>
                      <a:pt x="887" y="2444"/>
                      <a:pt x="899" y="2444"/>
                    </a:cubicBezTo>
                    <a:cubicBezTo>
                      <a:pt x="935" y="2444"/>
                      <a:pt x="983" y="2444"/>
                      <a:pt x="1007" y="2420"/>
                    </a:cubicBezTo>
                    <a:cubicBezTo>
                      <a:pt x="1078" y="2408"/>
                      <a:pt x="1114" y="2360"/>
                      <a:pt x="1162" y="2336"/>
                    </a:cubicBezTo>
                    <a:cubicBezTo>
                      <a:pt x="1174" y="2336"/>
                      <a:pt x="1186" y="2324"/>
                      <a:pt x="1198" y="2324"/>
                    </a:cubicBezTo>
                    <a:cubicBezTo>
                      <a:pt x="1306" y="2396"/>
                      <a:pt x="1378" y="2504"/>
                      <a:pt x="1486" y="2576"/>
                    </a:cubicBezTo>
                    <a:cubicBezTo>
                      <a:pt x="1581" y="2636"/>
                      <a:pt x="1665" y="2707"/>
                      <a:pt x="1785" y="2719"/>
                    </a:cubicBezTo>
                    <a:lnTo>
                      <a:pt x="1821" y="2719"/>
                    </a:lnTo>
                    <a:cubicBezTo>
                      <a:pt x="1851" y="2725"/>
                      <a:pt x="1881" y="2728"/>
                      <a:pt x="1911" y="2728"/>
                    </a:cubicBezTo>
                    <a:cubicBezTo>
                      <a:pt x="2001" y="2728"/>
                      <a:pt x="2090" y="2707"/>
                      <a:pt x="2180" y="2707"/>
                    </a:cubicBezTo>
                    <a:lnTo>
                      <a:pt x="2192" y="2707"/>
                    </a:lnTo>
                    <a:cubicBezTo>
                      <a:pt x="2217" y="2706"/>
                      <a:pt x="2241" y="2706"/>
                      <a:pt x="2265" y="2706"/>
                    </a:cubicBezTo>
                    <a:cubicBezTo>
                      <a:pt x="2705" y="2706"/>
                      <a:pt x="3114" y="2902"/>
                      <a:pt x="3534" y="2947"/>
                    </a:cubicBezTo>
                    <a:cubicBezTo>
                      <a:pt x="3630" y="2935"/>
                      <a:pt x="3689" y="2923"/>
                      <a:pt x="3773" y="2887"/>
                    </a:cubicBezTo>
                    <a:cubicBezTo>
                      <a:pt x="3821" y="2875"/>
                      <a:pt x="3875" y="2872"/>
                      <a:pt x="3932" y="2872"/>
                    </a:cubicBezTo>
                    <a:cubicBezTo>
                      <a:pt x="3989" y="2872"/>
                      <a:pt x="4049" y="2875"/>
                      <a:pt x="4109" y="2875"/>
                    </a:cubicBezTo>
                    <a:lnTo>
                      <a:pt x="4348" y="2875"/>
                    </a:lnTo>
                    <a:cubicBezTo>
                      <a:pt x="4576" y="2875"/>
                      <a:pt x="4815" y="2875"/>
                      <a:pt x="5055" y="2863"/>
                    </a:cubicBezTo>
                    <a:cubicBezTo>
                      <a:pt x="5294" y="2839"/>
                      <a:pt x="5570" y="2875"/>
                      <a:pt x="5809" y="2803"/>
                    </a:cubicBezTo>
                    <a:cubicBezTo>
                      <a:pt x="5857" y="2779"/>
                      <a:pt x="5905" y="2755"/>
                      <a:pt x="5965" y="2743"/>
                    </a:cubicBezTo>
                    <a:cubicBezTo>
                      <a:pt x="6145" y="2684"/>
                      <a:pt x="6348" y="2684"/>
                      <a:pt x="6552" y="2648"/>
                    </a:cubicBezTo>
                    <a:cubicBezTo>
                      <a:pt x="6708" y="2636"/>
                      <a:pt x="6887" y="2600"/>
                      <a:pt x="7007" y="2480"/>
                    </a:cubicBezTo>
                    <a:cubicBezTo>
                      <a:pt x="7103" y="2408"/>
                      <a:pt x="7163" y="2288"/>
                      <a:pt x="7271" y="2240"/>
                    </a:cubicBezTo>
                    <a:cubicBezTo>
                      <a:pt x="7292" y="2234"/>
                      <a:pt x="7314" y="2231"/>
                      <a:pt x="7336" y="2231"/>
                    </a:cubicBezTo>
                    <a:cubicBezTo>
                      <a:pt x="7441" y="2231"/>
                      <a:pt x="7557" y="2288"/>
                      <a:pt x="7666" y="2288"/>
                    </a:cubicBezTo>
                    <a:cubicBezTo>
                      <a:pt x="7702" y="2264"/>
                      <a:pt x="7714" y="2264"/>
                      <a:pt x="7750" y="2240"/>
                    </a:cubicBezTo>
                    <a:cubicBezTo>
                      <a:pt x="7774" y="2228"/>
                      <a:pt x="7821" y="2228"/>
                      <a:pt x="7845" y="2228"/>
                    </a:cubicBezTo>
                    <a:cubicBezTo>
                      <a:pt x="7905" y="2204"/>
                      <a:pt x="7953" y="2145"/>
                      <a:pt x="8001" y="2085"/>
                    </a:cubicBezTo>
                    <a:cubicBezTo>
                      <a:pt x="8109" y="1917"/>
                      <a:pt x="8121" y="1725"/>
                      <a:pt x="8169" y="1522"/>
                    </a:cubicBezTo>
                    <a:cubicBezTo>
                      <a:pt x="8265" y="1031"/>
                      <a:pt x="8348" y="504"/>
                      <a:pt x="83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7">
                <a:extLst>
                  <a:ext uri="{FF2B5EF4-FFF2-40B4-BE49-F238E27FC236}">
                    <a16:creationId xmlns:a16="http://schemas.microsoft.com/office/drawing/2014/main" id="{8A07BBC8-4AB0-6875-9C8E-2D9674083F02}"/>
                  </a:ext>
                </a:extLst>
              </p:cNvPr>
              <p:cNvSpPr/>
              <p:nvPr/>
            </p:nvSpPr>
            <p:spPr>
              <a:xfrm>
                <a:off x="926919" y="791819"/>
                <a:ext cx="1021713" cy="265325"/>
              </a:xfrm>
              <a:custGeom>
                <a:avLst/>
                <a:gdLst/>
                <a:ahLst/>
                <a:cxnLst/>
                <a:rect l="l" t="t" r="r" b="b"/>
                <a:pathLst>
                  <a:path w="8672" h="2252" extrusionOk="0">
                    <a:moveTo>
                      <a:pt x="4683" y="1"/>
                    </a:moveTo>
                    <a:cubicBezTo>
                      <a:pt x="4281" y="1"/>
                      <a:pt x="3863" y="32"/>
                      <a:pt x="3454" y="32"/>
                    </a:cubicBezTo>
                    <a:cubicBezTo>
                      <a:pt x="3352" y="32"/>
                      <a:pt x="3251" y="30"/>
                      <a:pt x="3150" y="25"/>
                    </a:cubicBezTo>
                    <a:cubicBezTo>
                      <a:pt x="3044" y="15"/>
                      <a:pt x="2941" y="11"/>
                      <a:pt x="2839" y="11"/>
                    </a:cubicBezTo>
                    <a:cubicBezTo>
                      <a:pt x="2560" y="11"/>
                      <a:pt x="2293" y="44"/>
                      <a:pt x="2012" y="97"/>
                    </a:cubicBezTo>
                    <a:cubicBezTo>
                      <a:pt x="1473" y="205"/>
                      <a:pt x="934" y="360"/>
                      <a:pt x="407" y="564"/>
                    </a:cubicBezTo>
                    <a:cubicBezTo>
                      <a:pt x="371" y="564"/>
                      <a:pt x="359" y="576"/>
                      <a:pt x="347" y="576"/>
                    </a:cubicBezTo>
                    <a:cubicBezTo>
                      <a:pt x="299" y="588"/>
                      <a:pt x="252" y="624"/>
                      <a:pt x="216" y="636"/>
                    </a:cubicBezTo>
                    <a:cubicBezTo>
                      <a:pt x="192" y="636"/>
                      <a:pt x="180" y="648"/>
                      <a:pt x="168" y="648"/>
                    </a:cubicBezTo>
                    <a:lnTo>
                      <a:pt x="120" y="696"/>
                    </a:lnTo>
                    <a:cubicBezTo>
                      <a:pt x="0" y="863"/>
                      <a:pt x="156" y="1151"/>
                      <a:pt x="192" y="1306"/>
                    </a:cubicBezTo>
                    <a:cubicBezTo>
                      <a:pt x="228" y="1462"/>
                      <a:pt x="240" y="1606"/>
                      <a:pt x="240" y="1774"/>
                    </a:cubicBezTo>
                    <a:cubicBezTo>
                      <a:pt x="299" y="1785"/>
                      <a:pt x="371" y="1809"/>
                      <a:pt x="431" y="1821"/>
                    </a:cubicBezTo>
                    <a:cubicBezTo>
                      <a:pt x="1707" y="2104"/>
                      <a:pt x="3011" y="2251"/>
                      <a:pt x="4311" y="2251"/>
                    </a:cubicBezTo>
                    <a:cubicBezTo>
                      <a:pt x="5598" y="2251"/>
                      <a:pt x="6881" y="2107"/>
                      <a:pt x="8132" y="1809"/>
                    </a:cubicBezTo>
                    <a:cubicBezTo>
                      <a:pt x="8312" y="1762"/>
                      <a:pt x="8504" y="1714"/>
                      <a:pt x="8671" y="1630"/>
                    </a:cubicBezTo>
                    <a:cubicBezTo>
                      <a:pt x="8671" y="1390"/>
                      <a:pt x="8671" y="1151"/>
                      <a:pt x="8636" y="923"/>
                    </a:cubicBezTo>
                    <a:cubicBezTo>
                      <a:pt x="8636" y="767"/>
                      <a:pt x="8624" y="600"/>
                      <a:pt x="8516" y="480"/>
                    </a:cubicBezTo>
                    <a:cubicBezTo>
                      <a:pt x="8504" y="456"/>
                      <a:pt x="8480" y="444"/>
                      <a:pt x="8456" y="420"/>
                    </a:cubicBezTo>
                    <a:cubicBezTo>
                      <a:pt x="8336" y="384"/>
                      <a:pt x="8240" y="348"/>
                      <a:pt x="8132" y="336"/>
                    </a:cubicBezTo>
                    <a:cubicBezTo>
                      <a:pt x="7558" y="228"/>
                      <a:pt x="6995" y="157"/>
                      <a:pt x="6420" y="97"/>
                    </a:cubicBezTo>
                    <a:cubicBezTo>
                      <a:pt x="5905" y="37"/>
                      <a:pt x="5390" y="1"/>
                      <a:pt x="48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7">
                <a:extLst>
                  <a:ext uri="{FF2B5EF4-FFF2-40B4-BE49-F238E27FC236}">
                    <a16:creationId xmlns:a16="http://schemas.microsoft.com/office/drawing/2014/main" id="{37280590-866E-4FB0-D53D-14F163448CA5}"/>
                  </a:ext>
                </a:extLst>
              </p:cNvPr>
              <p:cNvSpPr/>
              <p:nvPr/>
            </p:nvSpPr>
            <p:spPr>
              <a:xfrm>
                <a:off x="919850" y="676475"/>
                <a:ext cx="1049990" cy="339079"/>
              </a:xfrm>
              <a:custGeom>
                <a:avLst/>
                <a:gdLst/>
                <a:ahLst/>
                <a:cxnLst/>
                <a:rect l="l" t="t" r="r" b="b"/>
                <a:pathLst>
                  <a:path w="8912" h="2878" extrusionOk="0">
                    <a:moveTo>
                      <a:pt x="5069" y="1"/>
                    </a:moveTo>
                    <a:cubicBezTo>
                      <a:pt x="4978" y="1"/>
                      <a:pt x="4889" y="5"/>
                      <a:pt x="4803" y="10"/>
                    </a:cubicBezTo>
                    <a:cubicBezTo>
                      <a:pt x="4527" y="10"/>
                      <a:pt x="4252" y="34"/>
                      <a:pt x="3965" y="58"/>
                    </a:cubicBezTo>
                    <a:cubicBezTo>
                      <a:pt x="3414" y="118"/>
                      <a:pt x="2863" y="225"/>
                      <a:pt x="2312" y="369"/>
                    </a:cubicBezTo>
                    <a:cubicBezTo>
                      <a:pt x="1785" y="513"/>
                      <a:pt x="1258" y="704"/>
                      <a:pt x="755" y="944"/>
                    </a:cubicBezTo>
                    <a:cubicBezTo>
                      <a:pt x="395" y="1112"/>
                      <a:pt x="0" y="1411"/>
                      <a:pt x="48" y="1794"/>
                    </a:cubicBezTo>
                    <a:cubicBezTo>
                      <a:pt x="96" y="2154"/>
                      <a:pt x="503" y="2333"/>
                      <a:pt x="874" y="2441"/>
                    </a:cubicBezTo>
                    <a:cubicBezTo>
                      <a:pt x="1963" y="2732"/>
                      <a:pt x="3091" y="2878"/>
                      <a:pt x="4222" y="2878"/>
                    </a:cubicBezTo>
                    <a:cubicBezTo>
                      <a:pt x="4348" y="2878"/>
                      <a:pt x="4474" y="2876"/>
                      <a:pt x="4599" y="2872"/>
                    </a:cubicBezTo>
                    <a:cubicBezTo>
                      <a:pt x="5246" y="2860"/>
                      <a:pt x="5869" y="2800"/>
                      <a:pt x="6516" y="2681"/>
                    </a:cubicBezTo>
                    <a:cubicBezTo>
                      <a:pt x="6803" y="2633"/>
                      <a:pt x="7079" y="2573"/>
                      <a:pt x="7366" y="2525"/>
                    </a:cubicBezTo>
                    <a:cubicBezTo>
                      <a:pt x="7821" y="2465"/>
                      <a:pt x="8252" y="2273"/>
                      <a:pt x="8600" y="1974"/>
                    </a:cubicBezTo>
                    <a:cubicBezTo>
                      <a:pt x="8731" y="1854"/>
                      <a:pt x="8863" y="1699"/>
                      <a:pt x="8875" y="1531"/>
                    </a:cubicBezTo>
                    <a:cubicBezTo>
                      <a:pt x="8911" y="1231"/>
                      <a:pt x="8612" y="1004"/>
                      <a:pt x="8360" y="848"/>
                    </a:cubicBezTo>
                    <a:cubicBezTo>
                      <a:pt x="7893" y="597"/>
                      <a:pt x="7378" y="417"/>
                      <a:pt x="6863" y="297"/>
                    </a:cubicBezTo>
                    <a:cubicBezTo>
                      <a:pt x="6600" y="237"/>
                      <a:pt x="6336" y="189"/>
                      <a:pt x="6061" y="177"/>
                    </a:cubicBezTo>
                    <a:cubicBezTo>
                      <a:pt x="5869" y="165"/>
                      <a:pt x="5689" y="118"/>
                      <a:pt x="5510" y="58"/>
                    </a:cubicBezTo>
                    <a:cubicBezTo>
                      <a:pt x="5368" y="13"/>
                      <a:pt x="5217" y="1"/>
                      <a:pt x="50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7">
                <a:extLst>
                  <a:ext uri="{FF2B5EF4-FFF2-40B4-BE49-F238E27FC236}">
                    <a16:creationId xmlns:a16="http://schemas.microsoft.com/office/drawing/2014/main" id="{F3C00E32-3538-BF27-039D-97BFAA7A75BB}"/>
                  </a:ext>
                </a:extLst>
              </p:cNvPr>
              <p:cNvSpPr/>
              <p:nvPr/>
            </p:nvSpPr>
            <p:spPr>
              <a:xfrm>
                <a:off x="1046859" y="1064216"/>
                <a:ext cx="1532" cy="138436"/>
              </a:xfrm>
              <a:custGeom>
                <a:avLst/>
                <a:gdLst/>
                <a:ahLst/>
                <a:cxnLst/>
                <a:rect l="l" t="t" r="r" b="b"/>
                <a:pathLst>
                  <a:path w="13" h="1175" fill="none" extrusionOk="0">
                    <a:moveTo>
                      <a:pt x="0" y="0"/>
                    </a:moveTo>
                    <a:cubicBezTo>
                      <a:pt x="0" y="396"/>
                      <a:pt x="0" y="779"/>
                      <a:pt x="12" y="1174"/>
                    </a:cubicBezTo>
                  </a:path>
                </a:pathLst>
              </a:custGeom>
              <a:noFill/>
              <a:ln w="3000" cap="rnd" cmpd="sng">
                <a:solidFill>
                  <a:schemeClr val="accent3"/>
                </a:solidFill>
                <a:prstDash val="solid"/>
                <a:miter lim="119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7">
                <a:extLst>
                  <a:ext uri="{FF2B5EF4-FFF2-40B4-BE49-F238E27FC236}">
                    <a16:creationId xmlns:a16="http://schemas.microsoft.com/office/drawing/2014/main" id="{A7DEDF4E-3652-7B1D-2E38-925DF7A28EE3}"/>
                  </a:ext>
                </a:extLst>
              </p:cNvPr>
              <p:cNvSpPr/>
              <p:nvPr/>
            </p:nvSpPr>
            <p:spPr>
              <a:xfrm>
                <a:off x="1090569" y="1103686"/>
                <a:ext cx="10014" cy="14550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235" fill="none" extrusionOk="0">
                    <a:moveTo>
                      <a:pt x="48" y="1"/>
                    </a:moveTo>
                    <a:cubicBezTo>
                      <a:pt x="0" y="420"/>
                      <a:pt x="0" y="839"/>
                      <a:pt x="84" y="1234"/>
                    </a:cubicBezTo>
                  </a:path>
                </a:pathLst>
              </a:custGeom>
              <a:noFill/>
              <a:ln w="3000" cap="rnd" cmpd="sng">
                <a:solidFill>
                  <a:schemeClr val="accent3"/>
                </a:solidFill>
                <a:prstDash val="solid"/>
                <a:miter lim="119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7">
                <a:extLst>
                  <a:ext uri="{FF2B5EF4-FFF2-40B4-BE49-F238E27FC236}">
                    <a16:creationId xmlns:a16="http://schemas.microsoft.com/office/drawing/2014/main" id="{57448602-24B0-8999-0BAD-38D2FDE0F3BA}"/>
                  </a:ext>
                </a:extLst>
              </p:cNvPr>
              <p:cNvSpPr/>
              <p:nvPr/>
            </p:nvSpPr>
            <p:spPr>
              <a:xfrm>
                <a:off x="1307827" y="1114996"/>
                <a:ext cx="118" cy="172249"/>
              </a:xfrm>
              <a:custGeom>
                <a:avLst/>
                <a:gdLst/>
                <a:ahLst/>
                <a:cxnLst/>
                <a:rect l="l" t="t" r="r" b="b"/>
                <a:pathLst>
                  <a:path w="1" h="1462" fill="none" extrusionOk="0">
                    <a:moveTo>
                      <a:pt x="1" y="1"/>
                    </a:moveTo>
                    <a:lnTo>
                      <a:pt x="1" y="1462"/>
                    </a:lnTo>
                  </a:path>
                </a:pathLst>
              </a:custGeom>
              <a:noFill/>
              <a:ln w="3000" cap="rnd" cmpd="sng">
                <a:solidFill>
                  <a:schemeClr val="accent3"/>
                </a:solidFill>
                <a:prstDash val="solid"/>
                <a:miter lim="119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7">
                <a:extLst>
                  <a:ext uri="{FF2B5EF4-FFF2-40B4-BE49-F238E27FC236}">
                    <a16:creationId xmlns:a16="http://schemas.microsoft.com/office/drawing/2014/main" id="{1189E91D-1282-6CF2-FA99-422E974416B5}"/>
                  </a:ext>
                </a:extLst>
              </p:cNvPr>
              <p:cNvSpPr/>
              <p:nvPr/>
            </p:nvSpPr>
            <p:spPr>
              <a:xfrm>
                <a:off x="1355897" y="1106513"/>
                <a:ext cx="118" cy="163884"/>
              </a:xfrm>
              <a:custGeom>
                <a:avLst/>
                <a:gdLst/>
                <a:ahLst/>
                <a:cxnLst/>
                <a:rect l="l" t="t" r="r" b="b"/>
                <a:pathLst>
                  <a:path w="1" h="1391" fill="none" extrusionOk="0">
                    <a:moveTo>
                      <a:pt x="0" y="1"/>
                    </a:moveTo>
                    <a:lnTo>
                      <a:pt x="0" y="1390"/>
                    </a:lnTo>
                  </a:path>
                </a:pathLst>
              </a:custGeom>
              <a:noFill/>
              <a:ln w="3000" cap="rnd" cmpd="sng">
                <a:solidFill>
                  <a:schemeClr val="accent3"/>
                </a:solidFill>
                <a:prstDash val="solid"/>
                <a:miter lim="119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7">
                <a:extLst>
                  <a:ext uri="{FF2B5EF4-FFF2-40B4-BE49-F238E27FC236}">
                    <a16:creationId xmlns:a16="http://schemas.microsoft.com/office/drawing/2014/main" id="{A5F102DF-595F-9625-7E5E-3C8F303229F9}"/>
                  </a:ext>
                </a:extLst>
              </p:cNvPr>
              <p:cNvSpPr/>
              <p:nvPr/>
            </p:nvSpPr>
            <p:spPr>
              <a:xfrm>
                <a:off x="1429180" y="1153169"/>
                <a:ext cx="4359" cy="100263"/>
              </a:xfrm>
              <a:custGeom>
                <a:avLst/>
                <a:gdLst/>
                <a:ahLst/>
                <a:cxnLst/>
                <a:rect l="l" t="t" r="r" b="b"/>
                <a:pathLst>
                  <a:path w="37" h="851" fill="none" extrusionOk="0">
                    <a:moveTo>
                      <a:pt x="1" y="0"/>
                    </a:moveTo>
                    <a:cubicBezTo>
                      <a:pt x="13" y="276"/>
                      <a:pt x="13" y="563"/>
                      <a:pt x="37" y="850"/>
                    </a:cubicBezTo>
                  </a:path>
                </a:pathLst>
              </a:custGeom>
              <a:noFill/>
              <a:ln w="3000" cap="rnd" cmpd="sng">
                <a:solidFill>
                  <a:schemeClr val="accent3"/>
                </a:solidFill>
                <a:prstDash val="solid"/>
                <a:miter lim="119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7">
                <a:extLst>
                  <a:ext uri="{FF2B5EF4-FFF2-40B4-BE49-F238E27FC236}">
                    <a16:creationId xmlns:a16="http://schemas.microsoft.com/office/drawing/2014/main" id="{9AFA08EC-F87C-9BC7-7B65-61CF9843C7FF}"/>
                  </a:ext>
                </a:extLst>
              </p:cNvPr>
              <p:cNvSpPr/>
              <p:nvPr/>
            </p:nvSpPr>
            <p:spPr>
              <a:xfrm>
                <a:off x="1645142" y="1106513"/>
                <a:ext cx="10014" cy="15964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355" fill="none" extrusionOk="0">
                    <a:moveTo>
                      <a:pt x="0" y="1"/>
                    </a:moveTo>
                    <a:cubicBezTo>
                      <a:pt x="72" y="456"/>
                      <a:pt x="84" y="899"/>
                      <a:pt x="72" y="1354"/>
                    </a:cubicBezTo>
                  </a:path>
                </a:pathLst>
              </a:custGeom>
              <a:noFill/>
              <a:ln w="3000" cap="rnd" cmpd="sng">
                <a:solidFill>
                  <a:schemeClr val="accent3"/>
                </a:solidFill>
                <a:prstDash val="solid"/>
                <a:miter lim="119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7">
                <a:extLst>
                  <a:ext uri="{FF2B5EF4-FFF2-40B4-BE49-F238E27FC236}">
                    <a16:creationId xmlns:a16="http://schemas.microsoft.com/office/drawing/2014/main" id="{C0509AE0-7CF2-B0F5-8B3C-5C28DA752631}"/>
                  </a:ext>
                </a:extLst>
              </p:cNvPr>
              <p:cNvSpPr/>
              <p:nvPr/>
            </p:nvSpPr>
            <p:spPr>
              <a:xfrm>
                <a:off x="1708646" y="1114996"/>
                <a:ext cx="2945" cy="112987"/>
              </a:xfrm>
              <a:custGeom>
                <a:avLst/>
                <a:gdLst/>
                <a:ahLst/>
                <a:cxnLst/>
                <a:rect l="l" t="t" r="r" b="b"/>
                <a:pathLst>
                  <a:path w="25" h="959" fill="none" extrusionOk="0">
                    <a:moveTo>
                      <a:pt x="0" y="1"/>
                    </a:moveTo>
                    <a:cubicBezTo>
                      <a:pt x="12" y="324"/>
                      <a:pt x="24" y="647"/>
                      <a:pt x="24" y="959"/>
                    </a:cubicBezTo>
                  </a:path>
                </a:pathLst>
              </a:custGeom>
              <a:noFill/>
              <a:ln w="3000" cap="rnd" cmpd="sng">
                <a:solidFill>
                  <a:schemeClr val="accent3"/>
                </a:solidFill>
                <a:prstDash val="solid"/>
                <a:miter lim="119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7">
                <a:extLst>
                  <a:ext uri="{FF2B5EF4-FFF2-40B4-BE49-F238E27FC236}">
                    <a16:creationId xmlns:a16="http://schemas.microsoft.com/office/drawing/2014/main" id="{6123351F-929D-B77F-8B23-C691C3F32732}"/>
                  </a:ext>
                </a:extLst>
              </p:cNvPr>
              <p:cNvSpPr/>
              <p:nvPr/>
            </p:nvSpPr>
            <p:spPr>
              <a:xfrm>
                <a:off x="1821516" y="1061389"/>
                <a:ext cx="7187" cy="142677"/>
              </a:xfrm>
              <a:custGeom>
                <a:avLst/>
                <a:gdLst/>
                <a:ahLst/>
                <a:cxnLst/>
                <a:rect l="l" t="t" r="r" b="b"/>
                <a:pathLst>
                  <a:path w="61" h="1211" fill="none" extrusionOk="0">
                    <a:moveTo>
                      <a:pt x="60" y="1"/>
                    </a:moveTo>
                    <a:cubicBezTo>
                      <a:pt x="48" y="396"/>
                      <a:pt x="12" y="803"/>
                      <a:pt x="1" y="1210"/>
                    </a:cubicBezTo>
                  </a:path>
                </a:pathLst>
              </a:custGeom>
              <a:noFill/>
              <a:ln w="3000" cap="rnd" cmpd="sng">
                <a:solidFill>
                  <a:schemeClr val="accent3"/>
                </a:solidFill>
                <a:prstDash val="solid"/>
                <a:miter lim="119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4" name="Google Shape;744;p37">
            <a:extLst>
              <a:ext uri="{FF2B5EF4-FFF2-40B4-BE49-F238E27FC236}">
                <a16:creationId xmlns:a16="http://schemas.microsoft.com/office/drawing/2014/main" id="{923E7708-F186-BF1B-CA3F-A4EA0908CB6D}"/>
              </a:ext>
            </a:extLst>
          </p:cNvPr>
          <p:cNvGrpSpPr/>
          <p:nvPr/>
        </p:nvGrpSpPr>
        <p:grpSpPr>
          <a:xfrm rot="917056">
            <a:off x="7430050" y="3546399"/>
            <a:ext cx="985523" cy="1147716"/>
            <a:chOff x="6885888" y="3243950"/>
            <a:chExt cx="985553" cy="1147752"/>
          </a:xfrm>
        </p:grpSpPr>
        <p:sp>
          <p:nvSpPr>
            <p:cNvPr id="745" name="Google Shape;745;p37">
              <a:extLst>
                <a:ext uri="{FF2B5EF4-FFF2-40B4-BE49-F238E27FC236}">
                  <a16:creationId xmlns:a16="http://schemas.microsoft.com/office/drawing/2014/main" id="{A633A98D-2856-0ADA-FC5B-6B9BB4BE79F1}"/>
                </a:ext>
              </a:extLst>
            </p:cNvPr>
            <p:cNvSpPr/>
            <p:nvPr/>
          </p:nvSpPr>
          <p:spPr>
            <a:xfrm>
              <a:off x="6885900" y="3243950"/>
              <a:ext cx="985541" cy="1147059"/>
            </a:xfrm>
            <a:custGeom>
              <a:avLst/>
              <a:gdLst/>
              <a:ahLst/>
              <a:cxnLst/>
              <a:rect l="l" t="t" r="r" b="b"/>
              <a:pathLst>
                <a:path w="15236" h="17733" extrusionOk="0">
                  <a:moveTo>
                    <a:pt x="8294" y="1"/>
                  </a:moveTo>
                  <a:cubicBezTo>
                    <a:pt x="6331" y="1"/>
                    <a:pt x="4621" y="1443"/>
                    <a:pt x="4336" y="3454"/>
                  </a:cubicBezTo>
                  <a:lnTo>
                    <a:pt x="4229" y="4221"/>
                  </a:lnTo>
                  <a:lnTo>
                    <a:pt x="887" y="6736"/>
                  </a:lnTo>
                  <a:cubicBezTo>
                    <a:pt x="156" y="7287"/>
                    <a:pt x="1" y="8317"/>
                    <a:pt x="564" y="9060"/>
                  </a:cubicBezTo>
                  <a:lnTo>
                    <a:pt x="3079" y="12389"/>
                  </a:lnTo>
                  <a:lnTo>
                    <a:pt x="2971" y="13156"/>
                  </a:lnTo>
                  <a:cubicBezTo>
                    <a:pt x="2863" y="13863"/>
                    <a:pt x="2959" y="14533"/>
                    <a:pt x="3199" y="15144"/>
                  </a:cubicBezTo>
                  <a:lnTo>
                    <a:pt x="3282" y="15372"/>
                  </a:lnTo>
                  <a:cubicBezTo>
                    <a:pt x="3282" y="15384"/>
                    <a:pt x="3294" y="15408"/>
                    <a:pt x="3294" y="15408"/>
                  </a:cubicBezTo>
                  <a:cubicBezTo>
                    <a:pt x="3330" y="15479"/>
                    <a:pt x="3366" y="15551"/>
                    <a:pt x="3402" y="15611"/>
                  </a:cubicBezTo>
                  <a:cubicBezTo>
                    <a:pt x="3450" y="15683"/>
                    <a:pt x="3474" y="15767"/>
                    <a:pt x="3522" y="15827"/>
                  </a:cubicBezTo>
                  <a:cubicBezTo>
                    <a:pt x="3534" y="15839"/>
                    <a:pt x="3534" y="15851"/>
                    <a:pt x="3546" y="15863"/>
                  </a:cubicBezTo>
                  <a:cubicBezTo>
                    <a:pt x="3582" y="15923"/>
                    <a:pt x="3630" y="15970"/>
                    <a:pt x="3654" y="16030"/>
                  </a:cubicBezTo>
                  <a:cubicBezTo>
                    <a:pt x="3666" y="16042"/>
                    <a:pt x="3666" y="16066"/>
                    <a:pt x="3690" y="16078"/>
                  </a:cubicBezTo>
                  <a:cubicBezTo>
                    <a:pt x="3773" y="16210"/>
                    <a:pt x="3881" y="16330"/>
                    <a:pt x="3989" y="16450"/>
                  </a:cubicBezTo>
                  <a:lnTo>
                    <a:pt x="4037" y="16497"/>
                  </a:lnTo>
                  <a:lnTo>
                    <a:pt x="4169" y="16629"/>
                  </a:lnTo>
                  <a:lnTo>
                    <a:pt x="4217" y="16677"/>
                  </a:lnTo>
                  <a:cubicBezTo>
                    <a:pt x="4276" y="16737"/>
                    <a:pt x="4336" y="16785"/>
                    <a:pt x="4396" y="16821"/>
                  </a:cubicBezTo>
                  <a:lnTo>
                    <a:pt x="4420" y="16857"/>
                  </a:lnTo>
                  <a:cubicBezTo>
                    <a:pt x="4468" y="16905"/>
                    <a:pt x="4528" y="16929"/>
                    <a:pt x="4588" y="16977"/>
                  </a:cubicBezTo>
                  <a:cubicBezTo>
                    <a:pt x="4600" y="16989"/>
                    <a:pt x="4636" y="17001"/>
                    <a:pt x="4648" y="17024"/>
                  </a:cubicBezTo>
                  <a:cubicBezTo>
                    <a:pt x="4696" y="17048"/>
                    <a:pt x="4756" y="17096"/>
                    <a:pt x="4791" y="17120"/>
                  </a:cubicBezTo>
                  <a:cubicBezTo>
                    <a:pt x="4815" y="17144"/>
                    <a:pt x="4827" y="17144"/>
                    <a:pt x="4839" y="17156"/>
                  </a:cubicBezTo>
                  <a:cubicBezTo>
                    <a:pt x="4899" y="17204"/>
                    <a:pt x="4971" y="17228"/>
                    <a:pt x="5055" y="17276"/>
                  </a:cubicBezTo>
                  <a:cubicBezTo>
                    <a:pt x="5067" y="17288"/>
                    <a:pt x="5079" y="17288"/>
                    <a:pt x="5091" y="17300"/>
                  </a:cubicBezTo>
                  <a:cubicBezTo>
                    <a:pt x="5151" y="17336"/>
                    <a:pt x="5199" y="17360"/>
                    <a:pt x="5259" y="17384"/>
                  </a:cubicBezTo>
                  <a:cubicBezTo>
                    <a:pt x="5295" y="17396"/>
                    <a:pt x="5307" y="17396"/>
                    <a:pt x="5330" y="17408"/>
                  </a:cubicBezTo>
                  <a:cubicBezTo>
                    <a:pt x="5390" y="17444"/>
                    <a:pt x="5450" y="17456"/>
                    <a:pt x="5534" y="17480"/>
                  </a:cubicBezTo>
                  <a:cubicBezTo>
                    <a:pt x="5546" y="17480"/>
                    <a:pt x="5558" y="17504"/>
                    <a:pt x="5570" y="17504"/>
                  </a:cubicBezTo>
                  <a:cubicBezTo>
                    <a:pt x="5642" y="17528"/>
                    <a:pt x="5726" y="17539"/>
                    <a:pt x="5798" y="17575"/>
                  </a:cubicBezTo>
                  <a:cubicBezTo>
                    <a:pt x="5810" y="17575"/>
                    <a:pt x="5845" y="17587"/>
                    <a:pt x="5857" y="17587"/>
                  </a:cubicBezTo>
                  <a:lnTo>
                    <a:pt x="6037" y="17635"/>
                  </a:lnTo>
                  <a:cubicBezTo>
                    <a:pt x="6073" y="17635"/>
                    <a:pt x="6085" y="17647"/>
                    <a:pt x="6109" y="17647"/>
                  </a:cubicBezTo>
                  <a:cubicBezTo>
                    <a:pt x="6193" y="17659"/>
                    <a:pt x="6277" y="17683"/>
                    <a:pt x="6372" y="17695"/>
                  </a:cubicBezTo>
                  <a:cubicBezTo>
                    <a:pt x="6565" y="17721"/>
                    <a:pt x="6751" y="17733"/>
                    <a:pt x="6935" y="17733"/>
                  </a:cubicBezTo>
                  <a:cubicBezTo>
                    <a:pt x="7095" y="17733"/>
                    <a:pt x="7253" y="17724"/>
                    <a:pt x="7414" y="17707"/>
                  </a:cubicBezTo>
                  <a:cubicBezTo>
                    <a:pt x="9187" y="17504"/>
                    <a:pt x="10648" y="16126"/>
                    <a:pt x="10900" y="14282"/>
                  </a:cubicBezTo>
                  <a:lnTo>
                    <a:pt x="11008" y="13515"/>
                  </a:lnTo>
                  <a:lnTo>
                    <a:pt x="14349" y="11000"/>
                  </a:lnTo>
                  <a:cubicBezTo>
                    <a:pt x="15080" y="10449"/>
                    <a:pt x="15236" y="9419"/>
                    <a:pt x="14673" y="8676"/>
                  </a:cubicBezTo>
                  <a:lnTo>
                    <a:pt x="12205" y="5359"/>
                  </a:lnTo>
                  <a:lnTo>
                    <a:pt x="12313" y="4592"/>
                  </a:lnTo>
                  <a:cubicBezTo>
                    <a:pt x="12457" y="3502"/>
                    <a:pt x="12157" y="2436"/>
                    <a:pt x="11547" y="1622"/>
                  </a:cubicBezTo>
                  <a:cubicBezTo>
                    <a:pt x="11535" y="1598"/>
                    <a:pt x="11523" y="1574"/>
                    <a:pt x="11499" y="1562"/>
                  </a:cubicBezTo>
                  <a:cubicBezTo>
                    <a:pt x="11463" y="1514"/>
                    <a:pt x="11427" y="1454"/>
                    <a:pt x="11379" y="1406"/>
                  </a:cubicBezTo>
                  <a:cubicBezTo>
                    <a:pt x="11355" y="1370"/>
                    <a:pt x="11343" y="1346"/>
                    <a:pt x="11307" y="1334"/>
                  </a:cubicBezTo>
                  <a:lnTo>
                    <a:pt x="11127" y="1155"/>
                  </a:lnTo>
                  <a:cubicBezTo>
                    <a:pt x="11103" y="1143"/>
                    <a:pt x="11079" y="1107"/>
                    <a:pt x="11056" y="1095"/>
                  </a:cubicBezTo>
                  <a:cubicBezTo>
                    <a:pt x="10996" y="1035"/>
                    <a:pt x="10924" y="975"/>
                    <a:pt x="10840" y="915"/>
                  </a:cubicBezTo>
                  <a:cubicBezTo>
                    <a:pt x="10828" y="891"/>
                    <a:pt x="10804" y="879"/>
                    <a:pt x="10780" y="867"/>
                  </a:cubicBezTo>
                  <a:cubicBezTo>
                    <a:pt x="10708" y="807"/>
                    <a:pt x="10636" y="748"/>
                    <a:pt x="10564" y="700"/>
                  </a:cubicBezTo>
                  <a:cubicBezTo>
                    <a:pt x="10541" y="688"/>
                    <a:pt x="10529" y="688"/>
                    <a:pt x="10517" y="676"/>
                  </a:cubicBezTo>
                  <a:cubicBezTo>
                    <a:pt x="10445" y="628"/>
                    <a:pt x="10361" y="568"/>
                    <a:pt x="10277" y="520"/>
                  </a:cubicBezTo>
                  <a:cubicBezTo>
                    <a:pt x="10265" y="508"/>
                    <a:pt x="10241" y="508"/>
                    <a:pt x="10229" y="496"/>
                  </a:cubicBezTo>
                  <a:lnTo>
                    <a:pt x="9966" y="352"/>
                  </a:lnTo>
                  <a:cubicBezTo>
                    <a:pt x="9942" y="340"/>
                    <a:pt x="9918" y="340"/>
                    <a:pt x="9906" y="328"/>
                  </a:cubicBezTo>
                  <a:cubicBezTo>
                    <a:pt x="9810" y="280"/>
                    <a:pt x="9726" y="257"/>
                    <a:pt x="9618" y="221"/>
                  </a:cubicBezTo>
                  <a:cubicBezTo>
                    <a:pt x="9606" y="221"/>
                    <a:pt x="9582" y="209"/>
                    <a:pt x="9558" y="209"/>
                  </a:cubicBezTo>
                  <a:cubicBezTo>
                    <a:pt x="9451" y="173"/>
                    <a:pt x="9367" y="149"/>
                    <a:pt x="9259" y="113"/>
                  </a:cubicBezTo>
                  <a:lnTo>
                    <a:pt x="9247" y="113"/>
                  </a:lnTo>
                  <a:cubicBezTo>
                    <a:pt x="9127" y="89"/>
                    <a:pt x="9007" y="53"/>
                    <a:pt x="8864" y="41"/>
                  </a:cubicBezTo>
                  <a:cubicBezTo>
                    <a:pt x="8672" y="14"/>
                    <a:pt x="8482" y="1"/>
                    <a:pt x="8294" y="1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6" name="Google Shape;746;p37">
              <a:extLst>
                <a:ext uri="{FF2B5EF4-FFF2-40B4-BE49-F238E27FC236}">
                  <a16:creationId xmlns:a16="http://schemas.microsoft.com/office/drawing/2014/main" id="{13CECA56-B403-962C-CFFB-5CA40EEE5012}"/>
                </a:ext>
              </a:extLst>
            </p:cNvPr>
            <p:cNvGrpSpPr/>
            <p:nvPr/>
          </p:nvGrpSpPr>
          <p:grpSpPr>
            <a:xfrm>
              <a:off x="6885888" y="3243950"/>
              <a:ext cx="985526" cy="1147752"/>
              <a:chOff x="5608350" y="3670000"/>
              <a:chExt cx="985526" cy="1147752"/>
            </a:xfrm>
          </p:grpSpPr>
          <p:sp>
            <p:nvSpPr>
              <p:cNvPr id="747" name="Google Shape;747;p37">
                <a:extLst>
                  <a:ext uri="{FF2B5EF4-FFF2-40B4-BE49-F238E27FC236}">
                    <a16:creationId xmlns:a16="http://schemas.microsoft.com/office/drawing/2014/main" id="{A268C320-34EC-21ED-7B53-63E184E41A65}"/>
                  </a:ext>
                </a:extLst>
              </p:cNvPr>
              <p:cNvSpPr/>
              <p:nvPr/>
            </p:nvSpPr>
            <p:spPr>
              <a:xfrm>
                <a:off x="5608350" y="3765160"/>
                <a:ext cx="985526" cy="957172"/>
              </a:xfrm>
              <a:custGeom>
                <a:avLst/>
                <a:gdLst/>
                <a:ahLst/>
                <a:cxnLst/>
                <a:rect l="l" t="t" r="r" b="b"/>
                <a:pathLst>
                  <a:path w="15224" h="14786" extrusionOk="0">
                    <a:moveTo>
                      <a:pt x="8422" y="1"/>
                    </a:moveTo>
                    <a:cubicBezTo>
                      <a:pt x="8074" y="1"/>
                      <a:pt x="7724" y="110"/>
                      <a:pt x="7426" y="335"/>
                    </a:cubicBezTo>
                    <a:lnTo>
                      <a:pt x="887" y="5257"/>
                    </a:lnTo>
                    <a:cubicBezTo>
                      <a:pt x="156" y="5820"/>
                      <a:pt x="1" y="6850"/>
                      <a:pt x="552" y="7581"/>
                    </a:cubicBezTo>
                    <a:lnTo>
                      <a:pt x="5486" y="14120"/>
                    </a:lnTo>
                    <a:cubicBezTo>
                      <a:pt x="5807" y="14555"/>
                      <a:pt x="6305" y="14786"/>
                      <a:pt x="6811" y="14786"/>
                    </a:cubicBezTo>
                    <a:cubicBezTo>
                      <a:pt x="7155" y="14786"/>
                      <a:pt x="7502" y="14679"/>
                      <a:pt x="7798" y="14456"/>
                    </a:cubicBezTo>
                    <a:lnTo>
                      <a:pt x="14349" y="9533"/>
                    </a:lnTo>
                    <a:cubicBezTo>
                      <a:pt x="15080" y="8970"/>
                      <a:pt x="15223" y="7940"/>
                      <a:pt x="14673" y="7209"/>
                    </a:cubicBezTo>
                    <a:lnTo>
                      <a:pt x="9750" y="670"/>
                    </a:lnTo>
                    <a:cubicBezTo>
                      <a:pt x="9424" y="230"/>
                      <a:pt x="8926" y="1"/>
                      <a:pt x="84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7">
                <a:extLst>
                  <a:ext uri="{FF2B5EF4-FFF2-40B4-BE49-F238E27FC236}">
                    <a16:creationId xmlns:a16="http://schemas.microsoft.com/office/drawing/2014/main" id="{79A6B43A-4C7F-BB82-1D12-F3A3E2F16CB2}"/>
                  </a:ext>
                </a:extLst>
              </p:cNvPr>
              <p:cNvSpPr/>
              <p:nvPr/>
            </p:nvSpPr>
            <p:spPr>
              <a:xfrm>
                <a:off x="5778927" y="3670000"/>
                <a:ext cx="643595" cy="1147363"/>
              </a:xfrm>
              <a:custGeom>
                <a:avLst/>
                <a:gdLst/>
                <a:ahLst/>
                <a:cxnLst/>
                <a:rect l="l" t="t" r="r" b="b"/>
                <a:pathLst>
                  <a:path w="9942" h="17724" extrusionOk="0">
                    <a:moveTo>
                      <a:pt x="5629" y="1"/>
                    </a:moveTo>
                    <a:cubicBezTo>
                      <a:pt x="3664" y="1"/>
                      <a:pt x="1961" y="1451"/>
                      <a:pt x="1677" y="3457"/>
                    </a:cubicBezTo>
                    <a:lnTo>
                      <a:pt x="312" y="13159"/>
                    </a:lnTo>
                    <a:cubicBezTo>
                      <a:pt x="1" y="15351"/>
                      <a:pt x="1534" y="17375"/>
                      <a:pt x="3725" y="17686"/>
                    </a:cubicBezTo>
                    <a:cubicBezTo>
                      <a:pt x="3912" y="17711"/>
                      <a:pt x="4097" y="17724"/>
                      <a:pt x="4279" y="17724"/>
                    </a:cubicBezTo>
                    <a:cubicBezTo>
                      <a:pt x="6259" y="17724"/>
                      <a:pt x="7980" y="16279"/>
                      <a:pt x="8265" y="14273"/>
                    </a:cubicBezTo>
                    <a:lnTo>
                      <a:pt x="9630" y="4571"/>
                    </a:lnTo>
                    <a:cubicBezTo>
                      <a:pt x="9942" y="2379"/>
                      <a:pt x="8420" y="355"/>
                      <a:pt x="6217" y="44"/>
                    </a:cubicBezTo>
                    <a:cubicBezTo>
                      <a:pt x="6019" y="15"/>
                      <a:pt x="5823" y="1"/>
                      <a:pt x="56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7">
                <a:extLst>
                  <a:ext uri="{FF2B5EF4-FFF2-40B4-BE49-F238E27FC236}">
                    <a16:creationId xmlns:a16="http://schemas.microsoft.com/office/drawing/2014/main" id="{7AA87DC2-1FDA-F43F-7B3F-D20F675C28D1}"/>
                  </a:ext>
                </a:extLst>
              </p:cNvPr>
              <p:cNvSpPr/>
              <p:nvPr/>
            </p:nvSpPr>
            <p:spPr>
              <a:xfrm>
                <a:off x="5814596" y="3677445"/>
                <a:ext cx="598605" cy="1140307"/>
              </a:xfrm>
              <a:custGeom>
                <a:avLst/>
                <a:gdLst/>
                <a:ahLst/>
                <a:cxnLst/>
                <a:rect l="l" t="t" r="r" b="b"/>
                <a:pathLst>
                  <a:path w="9247" h="17615" extrusionOk="0">
                    <a:moveTo>
                      <a:pt x="6049" y="1"/>
                    </a:moveTo>
                    <a:lnTo>
                      <a:pt x="6049" y="1"/>
                    </a:lnTo>
                    <a:cubicBezTo>
                      <a:pt x="6552" y="2456"/>
                      <a:pt x="7450" y="8684"/>
                      <a:pt x="4875" y="13846"/>
                    </a:cubicBezTo>
                    <a:cubicBezTo>
                      <a:pt x="3987" y="15622"/>
                      <a:pt x="3067" y="16262"/>
                      <a:pt x="2198" y="16262"/>
                    </a:cubicBezTo>
                    <a:cubicBezTo>
                      <a:pt x="1401" y="16262"/>
                      <a:pt x="647" y="15725"/>
                      <a:pt x="0" y="15032"/>
                    </a:cubicBezTo>
                    <a:lnTo>
                      <a:pt x="0" y="15032"/>
                    </a:lnTo>
                    <a:cubicBezTo>
                      <a:pt x="515" y="16349"/>
                      <a:pt x="1701" y="17368"/>
                      <a:pt x="3198" y="17571"/>
                    </a:cubicBezTo>
                    <a:cubicBezTo>
                      <a:pt x="3395" y="17600"/>
                      <a:pt x="3590" y="17614"/>
                      <a:pt x="3783" y="17614"/>
                    </a:cubicBezTo>
                    <a:cubicBezTo>
                      <a:pt x="5739" y="17614"/>
                      <a:pt x="7442" y="16164"/>
                      <a:pt x="7726" y="14158"/>
                    </a:cubicBezTo>
                    <a:lnTo>
                      <a:pt x="9091" y="4456"/>
                    </a:lnTo>
                    <a:cubicBezTo>
                      <a:pt x="9247" y="3354"/>
                      <a:pt x="8947" y="2300"/>
                      <a:pt x="8325" y="1474"/>
                    </a:cubicBezTo>
                    <a:cubicBezTo>
                      <a:pt x="7774" y="755"/>
                      <a:pt x="6983" y="216"/>
                      <a:pt x="604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7">
                <a:extLst>
                  <a:ext uri="{FF2B5EF4-FFF2-40B4-BE49-F238E27FC236}">
                    <a16:creationId xmlns:a16="http://schemas.microsoft.com/office/drawing/2014/main" id="{32BB4087-0F87-E775-1F6B-7CF9F447368D}"/>
                  </a:ext>
                </a:extLst>
              </p:cNvPr>
              <p:cNvSpPr/>
              <p:nvPr/>
            </p:nvSpPr>
            <p:spPr>
              <a:xfrm>
                <a:off x="5828578" y="3742568"/>
                <a:ext cx="546622" cy="1001839"/>
              </a:xfrm>
              <a:custGeom>
                <a:avLst/>
                <a:gdLst/>
                <a:ahLst/>
                <a:cxnLst/>
                <a:rect l="l" t="t" r="r" b="b"/>
                <a:pathLst>
                  <a:path w="8444" h="15476" fill="none" extrusionOk="0">
                    <a:moveTo>
                      <a:pt x="3162" y="15224"/>
                    </a:moveTo>
                    <a:cubicBezTo>
                      <a:pt x="1294" y="14948"/>
                      <a:pt x="0" y="13248"/>
                      <a:pt x="264" y="11379"/>
                    </a:cubicBezTo>
                    <a:lnTo>
                      <a:pt x="1437" y="3151"/>
                    </a:lnTo>
                    <a:cubicBezTo>
                      <a:pt x="1701" y="1294"/>
                      <a:pt x="3414" y="1"/>
                      <a:pt x="5282" y="264"/>
                    </a:cubicBezTo>
                    <a:lnTo>
                      <a:pt x="5282" y="264"/>
                    </a:lnTo>
                    <a:cubicBezTo>
                      <a:pt x="7138" y="528"/>
                      <a:pt x="8444" y="2241"/>
                      <a:pt x="8168" y="4109"/>
                    </a:cubicBezTo>
                    <a:lnTo>
                      <a:pt x="7007" y="12337"/>
                    </a:lnTo>
                    <a:cubicBezTo>
                      <a:pt x="6731" y="14194"/>
                      <a:pt x="5018" y="15475"/>
                      <a:pt x="3162" y="15224"/>
                    </a:cubicBezTo>
                    <a:close/>
                  </a:path>
                </a:pathLst>
              </a:custGeom>
              <a:noFill/>
              <a:ln w="4200" cap="rnd" cmpd="sng">
                <a:solidFill>
                  <a:schemeClr val="accent3"/>
                </a:solidFill>
                <a:prstDash val="solid"/>
                <a:miter lim="1197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7">
                <a:extLst>
                  <a:ext uri="{FF2B5EF4-FFF2-40B4-BE49-F238E27FC236}">
                    <a16:creationId xmlns:a16="http://schemas.microsoft.com/office/drawing/2014/main" id="{6CC1CE35-7507-9090-38B0-59500ED1C6D5}"/>
                  </a:ext>
                </a:extLst>
              </p:cNvPr>
              <p:cNvSpPr/>
              <p:nvPr/>
            </p:nvSpPr>
            <p:spPr>
              <a:xfrm>
                <a:off x="5653341" y="4152599"/>
                <a:ext cx="71403" cy="67778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1047" extrusionOk="0">
                    <a:moveTo>
                      <a:pt x="563" y="1"/>
                    </a:moveTo>
                    <a:cubicBezTo>
                      <a:pt x="296" y="1"/>
                      <a:pt x="69" y="187"/>
                      <a:pt x="24" y="458"/>
                    </a:cubicBezTo>
                    <a:cubicBezTo>
                      <a:pt x="0" y="745"/>
                      <a:pt x="192" y="997"/>
                      <a:pt x="479" y="1045"/>
                    </a:cubicBezTo>
                    <a:cubicBezTo>
                      <a:pt x="495" y="1046"/>
                      <a:pt x="510" y="1047"/>
                      <a:pt x="526" y="1047"/>
                    </a:cubicBezTo>
                    <a:cubicBezTo>
                      <a:pt x="784" y="1047"/>
                      <a:pt x="1020" y="861"/>
                      <a:pt x="1054" y="590"/>
                    </a:cubicBezTo>
                    <a:cubicBezTo>
                      <a:pt x="1102" y="314"/>
                      <a:pt x="899" y="39"/>
                      <a:pt x="611" y="3"/>
                    </a:cubicBezTo>
                    <a:cubicBezTo>
                      <a:pt x="595" y="1"/>
                      <a:pt x="579" y="1"/>
                      <a:pt x="5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7">
                <a:extLst>
                  <a:ext uri="{FF2B5EF4-FFF2-40B4-BE49-F238E27FC236}">
                    <a16:creationId xmlns:a16="http://schemas.microsoft.com/office/drawing/2014/main" id="{8FD7DC02-6AC3-7D81-480C-6F760731B435}"/>
                  </a:ext>
                </a:extLst>
              </p:cNvPr>
              <p:cNvSpPr/>
              <p:nvPr/>
            </p:nvSpPr>
            <p:spPr>
              <a:xfrm>
                <a:off x="6475928" y="4268927"/>
                <a:ext cx="71403" cy="67778"/>
              </a:xfrm>
              <a:custGeom>
                <a:avLst/>
                <a:gdLst/>
                <a:ahLst/>
                <a:cxnLst/>
                <a:rect l="l" t="t" r="r" b="b"/>
                <a:pathLst>
                  <a:path w="1103" h="1047" extrusionOk="0">
                    <a:moveTo>
                      <a:pt x="563" y="0"/>
                    </a:moveTo>
                    <a:cubicBezTo>
                      <a:pt x="295" y="0"/>
                      <a:pt x="59" y="186"/>
                      <a:pt x="25" y="457"/>
                    </a:cubicBezTo>
                    <a:cubicBezTo>
                      <a:pt x="1" y="745"/>
                      <a:pt x="193" y="996"/>
                      <a:pt x="480" y="1044"/>
                    </a:cubicBezTo>
                    <a:cubicBezTo>
                      <a:pt x="496" y="1046"/>
                      <a:pt x="512" y="1046"/>
                      <a:pt x="528" y="1046"/>
                    </a:cubicBezTo>
                    <a:cubicBezTo>
                      <a:pt x="795" y="1046"/>
                      <a:pt x="1022" y="860"/>
                      <a:pt x="1067" y="589"/>
                    </a:cubicBezTo>
                    <a:cubicBezTo>
                      <a:pt x="1103" y="314"/>
                      <a:pt x="911" y="38"/>
                      <a:pt x="612" y="2"/>
                    </a:cubicBezTo>
                    <a:cubicBezTo>
                      <a:pt x="596" y="1"/>
                      <a:pt x="579" y="0"/>
                      <a:pt x="5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01395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9" name="Google Shape;1279;p56"/>
          <p:cNvCxnSpPr/>
          <p:nvPr/>
        </p:nvCxnSpPr>
        <p:spPr>
          <a:xfrm>
            <a:off x="1153457" y="2875038"/>
            <a:ext cx="71250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0" name="Google Shape;1280;p56"/>
          <p:cNvCxnSpPr>
            <a:cxnSpLocks/>
          </p:cNvCxnSpPr>
          <p:nvPr/>
        </p:nvCxnSpPr>
        <p:spPr>
          <a:xfrm>
            <a:off x="2105543" y="2594238"/>
            <a:ext cx="0" cy="2808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2" name="Google Shape;1282;p56"/>
          <p:cNvCxnSpPr>
            <a:cxnSpLocks/>
            <a:stCxn id="1283" idx="4"/>
          </p:cNvCxnSpPr>
          <p:nvPr/>
        </p:nvCxnSpPr>
        <p:spPr>
          <a:xfrm>
            <a:off x="7038459" y="2622893"/>
            <a:ext cx="0" cy="2766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4" name="Google Shape;1284;p56"/>
          <p:cNvCxnSpPr>
            <a:cxnSpLocks/>
          </p:cNvCxnSpPr>
          <p:nvPr/>
        </p:nvCxnSpPr>
        <p:spPr>
          <a:xfrm>
            <a:off x="4528856" y="2875038"/>
            <a:ext cx="0" cy="2346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6" name="Google Shape;1276;p56"/>
          <p:cNvSpPr/>
          <p:nvPr/>
        </p:nvSpPr>
        <p:spPr>
          <a:xfrm>
            <a:off x="3992450" y="3087558"/>
            <a:ext cx="1180800" cy="11808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56"/>
          <p:cNvSpPr/>
          <p:nvPr/>
        </p:nvSpPr>
        <p:spPr>
          <a:xfrm>
            <a:off x="6448059" y="1442093"/>
            <a:ext cx="1180800" cy="11808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2" name="Google Shape;1312;p56"/>
          <p:cNvGrpSpPr/>
          <p:nvPr/>
        </p:nvGrpSpPr>
        <p:grpSpPr>
          <a:xfrm>
            <a:off x="6720339" y="1694781"/>
            <a:ext cx="636237" cy="636237"/>
            <a:chOff x="3196115" y="1565660"/>
            <a:chExt cx="383391" cy="383391"/>
          </a:xfrm>
        </p:grpSpPr>
        <p:sp>
          <p:nvSpPr>
            <p:cNvPr id="1313" name="Google Shape;1313;p56"/>
            <p:cNvSpPr/>
            <p:nvPr/>
          </p:nvSpPr>
          <p:spPr>
            <a:xfrm>
              <a:off x="3196115" y="1565660"/>
              <a:ext cx="270189" cy="291758"/>
            </a:xfrm>
            <a:custGeom>
              <a:avLst/>
              <a:gdLst/>
              <a:ahLst/>
              <a:cxnLst/>
              <a:rect l="l" t="t" r="r" b="b"/>
              <a:pathLst>
                <a:path w="8318" h="8982" extrusionOk="0">
                  <a:moveTo>
                    <a:pt x="4168" y="1"/>
                  </a:moveTo>
                  <a:cubicBezTo>
                    <a:pt x="3099" y="1"/>
                    <a:pt x="2214" y="794"/>
                    <a:pt x="2121" y="1863"/>
                  </a:cubicBezTo>
                  <a:lnTo>
                    <a:pt x="2085" y="2085"/>
                  </a:lnTo>
                  <a:cubicBezTo>
                    <a:pt x="2029" y="2140"/>
                    <a:pt x="683" y="2398"/>
                    <a:pt x="683" y="3799"/>
                  </a:cubicBezTo>
                  <a:cubicBezTo>
                    <a:pt x="683" y="4482"/>
                    <a:pt x="1052" y="4832"/>
                    <a:pt x="1144" y="5017"/>
                  </a:cubicBezTo>
                  <a:cubicBezTo>
                    <a:pt x="1070" y="5090"/>
                    <a:pt x="1" y="5643"/>
                    <a:pt x="1" y="6934"/>
                  </a:cubicBezTo>
                  <a:cubicBezTo>
                    <a:pt x="1" y="8096"/>
                    <a:pt x="941" y="8981"/>
                    <a:pt x="2085" y="8981"/>
                  </a:cubicBezTo>
                  <a:lnTo>
                    <a:pt x="6234" y="8981"/>
                  </a:lnTo>
                  <a:cubicBezTo>
                    <a:pt x="7395" y="8981"/>
                    <a:pt x="8317" y="8059"/>
                    <a:pt x="8317" y="6916"/>
                  </a:cubicBezTo>
                  <a:cubicBezTo>
                    <a:pt x="8317" y="5625"/>
                    <a:pt x="7248" y="5109"/>
                    <a:pt x="7156" y="5017"/>
                  </a:cubicBezTo>
                  <a:cubicBezTo>
                    <a:pt x="7248" y="4832"/>
                    <a:pt x="7617" y="4482"/>
                    <a:pt x="7617" y="3799"/>
                  </a:cubicBezTo>
                  <a:cubicBezTo>
                    <a:pt x="7617" y="2398"/>
                    <a:pt x="6326" y="2140"/>
                    <a:pt x="6271" y="2085"/>
                  </a:cubicBezTo>
                  <a:cubicBezTo>
                    <a:pt x="6271" y="2048"/>
                    <a:pt x="6234" y="1900"/>
                    <a:pt x="6234" y="1863"/>
                  </a:cubicBezTo>
                  <a:cubicBezTo>
                    <a:pt x="6141" y="794"/>
                    <a:pt x="5256" y="1"/>
                    <a:pt x="416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56"/>
            <p:cNvSpPr/>
            <p:nvPr/>
          </p:nvSpPr>
          <p:spPr>
            <a:xfrm>
              <a:off x="3403386" y="1565660"/>
              <a:ext cx="176120" cy="291758"/>
            </a:xfrm>
            <a:custGeom>
              <a:avLst/>
              <a:gdLst/>
              <a:ahLst/>
              <a:cxnLst/>
              <a:rect l="l" t="t" r="r" b="b"/>
              <a:pathLst>
                <a:path w="5422" h="8982" extrusionOk="0">
                  <a:moveTo>
                    <a:pt x="1236" y="1"/>
                  </a:moveTo>
                  <a:cubicBezTo>
                    <a:pt x="775" y="1"/>
                    <a:pt x="351" y="148"/>
                    <a:pt x="0" y="425"/>
                  </a:cubicBezTo>
                  <a:cubicBezTo>
                    <a:pt x="258" y="775"/>
                    <a:pt x="443" y="1163"/>
                    <a:pt x="498" y="1605"/>
                  </a:cubicBezTo>
                  <a:cubicBezTo>
                    <a:pt x="1734" y="2177"/>
                    <a:pt x="1936" y="3228"/>
                    <a:pt x="1936" y="3799"/>
                  </a:cubicBezTo>
                  <a:cubicBezTo>
                    <a:pt x="1936" y="4242"/>
                    <a:pt x="1826" y="4611"/>
                    <a:pt x="1678" y="4869"/>
                  </a:cubicBezTo>
                  <a:cubicBezTo>
                    <a:pt x="2305" y="5441"/>
                    <a:pt x="2619" y="6104"/>
                    <a:pt x="2619" y="6916"/>
                  </a:cubicBezTo>
                  <a:cubicBezTo>
                    <a:pt x="2619" y="7746"/>
                    <a:pt x="2250" y="8483"/>
                    <a:pt x="1678" y="8981"/>
                  </a:cubicBezTo>
                  <a:lnTo>
                    <a:pt x="3319" y="8981"/>
                  </a:lnTo>
                  <a:cubicBezTo>
                    <a:pt x="4463" y="8981"/>
                    <a:pt x="5422" y="8059"/>
                    <a:pt x="5422" y="6916"/>
                  </a:cubicBezTo>
                  <a:cubicBezTo>
                    <a:pt x="5422" y="5625"/>
                    <a:pt x="4352" y="5109"/>
                    <a:pt x="4260" y="5017"/>
                  </a:cubicBezTo>
                  <a:cubicBezTo>
                    <a:pt x="4352" y="4832"/>
                    <a:pt x="4721" y="4482"/>
                    <a:pt x="4721" y="3799"/>
                  </a:cubicBezTo>
                  <a:cubicBezTo>
                    <a:pt x="4721" y="2398"/>
                    <a:pt x="3412" y="2140"/>
                    <a:pt x="3338" y="2085"/>
                  </a:cubicBezTo>
                  <a:cubicBezTo>
                    <a:pt x="3338" y="2048"/>
                    <a:pt x="3319" y="1900"/>
                    <a:pt x="3319" y="1863"/>
                  </a:cubicBezTo>
                  <a:cubicBezTo>
                    <a:pt x="3227" y="794"/>
                    <a:pt x="2324" y="1"/>
                    <a:pt x="12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56"/>
            <p:cNvSpPr/>
            <p:nvPr/>
          </p:nvSpPr>
          <p:spPr>
            <a:xfrm>
              <a:off x="3263808" y="1880123"/>
              <a:ext cx="269572" cy="68928"/>
            </a:xfrm>
            <a:custGeom>
              <a:avLst/>
              <a:gdLst/>
              <a:ahLst/>
              <a:cxnLst/>
              <a:rect l="l" t="t" r="r" b="b"/>
              <a:pathLst>
                <a:path w="8299" h="2122" extrusionOk="0">
                  <a:moveTo>
                    <a:pt x="1384" y="1"/>
                  </a:moveTo>
                  <a:lnTo>
                    <a:pt x="1384" y="1421"/>
                  </a:lnTo>
                  <a:lnTo>
                    <a:pt x="1" y="1421"/>
                  </a:lnTo>
                  <a:lnTo>
                    <a:pt x="1" y="2122"/>
                  </a:lnTo>
                  <a:lnTo>
                    <a:pt x="8299" y="2122"/>
                  </a:lnTo>
                  <a:lnTo>
                    <a:pt x="8299" y="1421"/>
                  </a:lnTo>
                  <a:lnTo>
                    <a:pt x="6916" y="1421"/>
                  </a:lnTo>
                  <a:lnTo>
                    <a:pt x="6916" y="1"/>
                  </a:lnTo>
                  <a:lnTo>
                    <a:pt x="5533" y="1"/>
                  </a:lnTo>
                  <a:lnTo>
                    <a:pt x="5533" y="1421"/>
                  </a:lnTo>
                  <a:lnTo>
                    <a:pt x="2767" y="1421"/>
                  </a:lnTo>
                  <a:lnTo>
                    <a:pt x="27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283;p56">
            <a:extLst>
              <a:ext uri="{FF2B5EF4-FFF2-40B4-BE49-F238E27FC236}">
                <a16:creationId xmlns:a16="http://schemas.microsoft.com/office/drawing/2014/main" id="{141624FD-D929-3AC8-4B1C-54D317EFEA1D}"/>
              </a:ext>
            </a:extLst>
          </p:cNvPr>
          <p:cNvSpPr/>
          <p:nvPr/>
        </p:nvSpPr>
        <p:spPr>
          <a:xfrm>
            <a:off x="1515143" y="1383269"/>
            <a:ext cx="1180800" cy="11808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762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6" name="Google Shape;1316;p56"/>
          <p:cNvGrpSpPr/>
          <p:nvPr/>
        </p:nvGrpSpPr>
        <p:grpSpPr>
          <a:xfrm>
            <a:off x="1802714" y="1673717"/>
            <a:ext cx="560738" cy="637196"/>
            <a:chOff x="7318339" y="3953806"/>
            <a:chExt cx="337266" cy="383391"/>
          </a:xfrm>
        </p:grpSpPr>
        <p:sp>
          <p:nvSpPr>
            <p:cNvPr id="1317" name="Google Shape;1317;p56"/>
            <p:cNvSpPr/>
            <p:nvPr/>
          </p:nvSpPr>
          <p:spPr>
            <a:xfrm>
              <a:off x="7430956" y="4044854"/>
              <a:ext cx="66524" cy="66524"/>
            </a:xfrm>
            <a:custGeom>
              <a:avLst/>
              <a:gdLst/>
              <a:ahLst/>
              <a:cxnLst/>
              <a:rect l="l" t="t" r="r" b="b"/>
              <a:pathLst>
                <a:path w="2048" h="2048" extrusionOk="0">
                  <a:moveTo>
                    <a:pt x="0" y="1"/>
                  </a:moveTo>
                  <a:lnTo>
                    <a:pt x="0" y="333"/>
                  </a:lnTo>
                  <a:cubicBezTo>
                    <a:pt x="0" y="1236"/>
                    <a:pt x="683" y="1974"/>
                    <a:pt x="1568" y="2048"/>
                  </a:cubicBezTo>
                  <a:lnTo>
                    <a:pt x="775" y="1255"/>
                  </a:lnTo>
                  <a:lnTo>
                    <a:pt x="1254" y="775"/>
                  </a:lnTo>
                  <a:lnTo>
                    <a:pt x="2047" y="1568"/>
                  </a:lnTo>
                  <a:cubicBezTo>
                    <a:pt x="1955" y="683"/>
                    <a:pt x="1236" y="1"/>
                    <a:pt x="3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56"/>
            <p:cNvSpPr/>
            <p:nvPr/>
          </p:nvSpPr>
          <p:spPr>
            <a:xfrm>
              <a:off x="7318339" y="3953806"/>
              <a:ext cx="44956" cy="383391"/>
            </a:xfrm>
            <a:custGeom>
              <a:avLst/>
              <a:gdLst/>
              <a:ahLst/>
              <a:cxnLst/>
              <a:rect l="l" t="t" r="r" b="b"/>
              <a:pathLst>
                <a:path w="1384" h="11803" extrusionOk="0">
                  <a:moveTo>
                    <a:pt x="1" y="1"/>
                  </a:moveTo>
                  <a:lnTo>
                    <a:pt x="1" y="11803"/>
                  </a:lnTo>
                  <a:lnTo>
                    <a:pt x="1384" y="11803"/>
                  </a:lnTo>
                  <a:lnTo>
                    <a:pt x="13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56"/>
            <p:cNvSpPr/>
            <p:nvPr/>
          </p:nvSpPr>
          <p:spPr>
            <a:xfrm>
              <a:off x="7521387" y="4044854"/>
              <a:ext cx="66524" cy="66524"/>
            </a:xfrm>
            <a:custGeom>
              <a:avLst/>
              <a:gdLst/>
              <a:ahLst/>
              <a:cxnLst/>
              <a:rect l="l" t="t" r="r" b="b"/>
              <a:pathLst>
                <a:path w="2048" h="2048" extrusionOk="0">
                  <a:moveTo>
                    <a:pt x="1697" y="1"/>
                  </a:moveTo>
                  <a:cubicBezTo>
                    <a:pt x="812" y="1"/>
                    <a:pt x="75" y="683"/>
                    <a:pt x="1" y="1568"/>
                  </a:cubicBezTo>
                  <a:lnTo>
                    <a:pt x="775" y="775"/>
                  </a:lnTo>
                  <a:lnTo>
                    <a:pt x="1273" y="1255"/>
                  </a:lnTo>
                  <a:lnTo>
                    <a:pt x="480" y="2048"/>
                  </a:lnTo>
                  <a:cubicBezTo>
                    <a:pt x="1365" y="1955"/>
                    <a:pt x="2048" y="1236"/>
                    <a:pt x="2048" y="333"/>
                  </a:cubicBezTo>
                  <a:lnTo>
                    <a:pt x="204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56"/>
            <p:cNvSpPr/>
            <p:nvPr/>
          </p:nvSpPr>
          <p:spPr>
            <a:xfrm>
              <a:off x="7386033" y="3953806"/>
              <a:ext cx="269572" cy="383391"/>
            </a:xfrm>
            <a:custGeom>
              <a:avLst/>
              <a:gdLst/>
              <a:ahLst/>
              <a:cxnLst/>
              <a:rect l="l" t="t" r="r" b="b"/>
              <a:pathLst>
                <a:path w="8299" h="11803" extrusionOk="0">
                  <a:moveTo>
                    <a:pt x="6915" y="2103"/>
                  </a:moveTo>
                  <a:lnTo>
                    <a:pt x="6915" y="3136"/>
                  </a:lnTo>
                  <a:cubicBezTo>
                    <a:pt x="6915" y="4482"/>
                    <a:pt x="5827" y="5570"/>
                    <a:pt x="4481" y="5570"/>
                  </a:cubicBezTo>
                  <a:lnTo>
                    <a:pt x="4149" y="5570"/>
                  </a:lnTo>
                  <a:lnTo>
                    <a:pt x="4149" y="6953"/>
                  </a:lnTo>
                  <a:lnTo>
                    <a:pt x="3449" y="6953"/>
                  </a:lnTo>
                  <a:lnTo>
                    <a:pt x="3449" y="5570"/>
                  </a:lnTo>
                  <a:lnTo>
                    <a:pt x="3098" y="5570"/>
                  </a:lnTo>
                  <a:cubicBezTo>
                    <a:pt x="1771" y="5570"/>
                    <a:pt x="683" y="4482"/>
                    <a:pt x="683" y="3136"/>
                  </a:cubicBezTo>
                  <a:lnTo>
                    <a:pt x="683" y="2103"/>
                  </a:lnTo>
                  <a:lnTo>
                    <a:pt x="1715" y="2103"/>
                  </a:lnTo>
                  <a:cubicBezTo>
                    <a:pt x="2600" y="2103"/>
                    <a:pt x="3375" y="2583"/>
                    <a:pt x="3799" y="3302"/>
                  </a:cubicBezTo>
                  <a:cubicBezTo>
                    <a:pt x="4205" y="2583"/>
                    <a:pt x="4998" y="2103"/>
                    <a:pt x="5864" y="2103"/>
                  </a:cubicBezTo>
                  <a:close/>
                  <a:moveTo>
                    <a:pt x="5532" y="7635"/>
                  </a:moveTo>
                  <a:lnTo>
                    <a:pt x="5532" y="8336"/>
                  </a:lnTo>
                  <a:lnTo>
                    <a:pt x="2066" y="8336"/>
                  </a:lnTo>
                  <a:lnTo>
                    <a:pt x="2066" y="7635"/>
                  </a:lnTo>
                  <a:close/>
                  <a:moveTo>
                    <a:pt x="5532" y="9018"/>
                  </a:moveTo>
                  <a:lnTo>
                    <a:pt x="5532" y="9719"/>
                  </a:lnTo>
                  <a:lnTo>
                    <a:pt x="2066" y="9719"/>
                  </a:lnTo>
                  <a:lnTo>
                    <a:pt x="2066" y="9018"/>
                  </a:lnTo>
                  <a:close/>
                  <a:moveTo>
                    <a:pt x="0" y="1"/>
                  </a:moveTo>
                  <a:lnTo>
                    <a:pt x="0" y="11803"/>
                  </a:lnTo>
                  <a:lnTo>
                    <a:pt x="8298" y="11803"/>
                  </a:lnTo>
                  <a:lnTo>
                    <a:pt x="829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oogle Shape;1783;p69">
            <a:extLst>
              <a:ext uri="{FF2B5EF4-FFF2-40B4-BE49-F238E27FC236}">
                <a16:creationId xmlns:a16="http://schemas.microsoft.com/office/drawing/2014/main" id="{F0B422EC-5DF8-D2E5-D197-6AE2ED94EB23}"/>
              </a:ext>
            </a:extLst>
          </p:cNvPr>
          <p:cNvGrpSpPr/>
          <p:nvPr/>
        </p:nvGrpSpPr>
        <p:grpSpPr>
          <a:xfrm>
            <a:off x="4194841" y="3453113"/>
            <a:ext cx="776018" cy="470701"/>
            <a:chOff x="4808579" y="2884645"/>
            <a:chExt cx="383391" cy="269572"/>
          </a:xfrm>
          <a:solidFill>
            <a:schemeClr val="accent6"/>
          </a:solidFill>
        </p:grpSpPr>
        <p:sp>
          <p:nvSpPr>
            <p:cNvPr id="6" name="Google Shape;1784;p69">
              <a:extLst>
                <a:ext uri="{FF2B5EF4-FFF2-40B4-BE49-F238E27FC236}">
                  <a16:creationId xmlns:a16="http://schemas.microsoft.com/office/drawing/2014/main" id="{E781FB51-E031-0E2D-395F-C4F78C7B5F20}"/>
                </a:ext>
              </a:extLst>
            </p:cNvPr>
            <p:cNvSpPr/>
            <p:nvPr/>
          </p:nvSpPr>
          <p:spPr>
            <a:xfrm>
              <a:off x="4808579" y="2884645"/>
              <a:ext cx="225266" cy="247387"/>
            </a:xfrm>
            <a:custGeom>
              <a:avLst/>
              <a:gdLst/>
              <a:ahLst/>
              <a:cxnLst/>
              <a:rect l="l" t="t" r="r" b="b"/>
              <a:pathLst>
                <a:path w="6935" h="7616" extrusionOk="0">
                  <a:moveTo>
                    <a:pt x="4150" y="867"/>
                  </a:moveTo>
                  <a:lnTo>
                    <a:pt x="5146" y="2526"/>
                  </a:lnTo>
                  <a:lnTo>
                    <a:pt x="5183" y="2379"/>
                  </a:lnTo>
                  <a:lnTo>
                    <a:pt x="5865" y="2545"/>
                  </a:lnTo>
                  <a:lnTo>
                    <a:pt x="5533" y="3836"/>
                  </a:lnTo>
                  <a:lnTo>
                    <a:pt x="4242" y="3504"/>
                  </a:lnTo>
                  <a:lnTo>
                    <a:pt x="4408" y="2840"/>
                  </a:lnTo>
                  <a:lnTo>
                    <a:pt x="4537" y="2895"/>
                  </a:lnTo>
                  <a:lnTo>
                    <a:pt x="3560" y="1236"/>
                  </a:lnTo>
                  <a:lnTo>
                    <a:pt x="4150" y="867"/>
                  </a:lnTo>
                  <a:close/>
                  <a:moveTo>
                    <a:pt x="3431" y="1697"/>
                  </a:moveTo>
                  <a:lnTo>
                    <a:pt x="3763" y="2987"/>
                  </a:lnTo>
                  <a:lnTo>
                    <a:pt x="3080" y="3135"/>
                  </a:lnTo>
                  <a:lnTo>
                    <a:pt x="3062" y="3006"/>
                  </a:lnTo>
                  <a:lnTo>
                    <a:pt x="2066" y="4666"/>
                  </a:lnTo>
                  <a:lnTo>
                    <a:pt x="1458" y="4297"/>
                  </a:lnTo>
                  <a:lnTo>
                    <a:pt x="2435" y="2637"/>
                  </a:lnTo>
                  <a:lnTo>
                    <a:pt x="2306" y="2674"/>
                  </a:lnTo>
                  <a:lnTo>
                    <a:pt x="2140" y="2010"/>
                  </a:lnTo>
                  <a:lnTo>
                    <a:pt x="3431" y="1697"/>
                  </a:lnTo>
                  <a:close/>
                  <a:moveTo>
                    <a:pt x="3578" y="3541"/>
                  </a:moveTo>
                  <a:lnTo>
                    <a:pt x="4058" y="4020"/>
                  </a:lnTo>
                  <a:lnTo>
                    <a:pt x="3966" y="4112"/>
                  </a:lnTo>
                  <a:lnTo>
                    <a:pt x="5902" y="4112"/>
                  </a:lnTo>
                  <a:lnTo>
                    <a:pt x="5902" y="4850"/>
                  </a:lnTo>
                  <a:lnTo>
                    <a:pt x="3966" y="4850"/>
                  </a:lnTo>
                  <a:lnTo>
                    <a:pt x="4058" y="4942"/>
                  </a:lnTo>
                  <a:lnTo>
                    <a:pt x="3578" y="5422"/>
                  </a:lnTo>
                  <a:lnTo>
                    <a:pt x="2638" y="4481"/>
                  </a:lnTo>
                  <a:lnTo>
                    <a:pt x="3578" y="3541"/>
                  </a:lnTo>
                  <a:close/>
                  <a:moveTo>
                    <a:pt x="1532" y="0"/>
                  </a:moveTo>
                  <a:lnTo>
                    <a:pt x="1" y="3670"/>
                  </a:lnTo>
                  <a:lnTo>
                    <a:pt x="1" y="7616"/>
                  </a:lnTo>
                  <a:lnTo>
                    <a:pt x="1402" y="7616"/>
                  </a:lnTo>
                  <a:cubicBezTo>
                    <a:pt x="1402" y="6860"/>
                    <a:pt x="2029" y="6233"/>
                    <a:pt x="2785" y="6233"/>
                  </a:cubicBezTo>
                  <a:cubicBezTo>
                    <a:pt x="3044" y="6233"/>
                    <a:pt x="3283" y="6307"/>
                    <a:pt x="3486" y="6417"/>
                  </a:cubicBezTo>
                  <a:cubicBezTo>
                    <a:pt x="3689" y="6307"/>
                    <a:pt x="3929" y="6233"/>
                    <a:pt x="4168" y="6233"/>
                  </a:cubicBezTo>
                  <a:cubicBezTo>
                    <a:pt x="4943" y="6233"/>
                    <a:pt x="5551" y="6860"/>
                    <a:pt x="5551" y="7616"/>
                  </a:cubicBezTo>
                  <a:lnTo>
                    <a:pt x="6934" y="7616"/>
                  </a:lnTo>
                  <a:lnTo>
                    <a:pt x="693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85;p69">
              <a:extLst>
                <a:ext uri="{FF2B5EF4-FFF2-40B4-BE49-F238E27FC236}">
                  <a16:creationId xmlns:a16="http://schemas.microsoft.com/office/drawing/2014/main" id="{ED0BCF25-14E8-FD4A-2D7E-850E79510234}"/>
                </a:ext>
              </a:extLst>
            </p:cNvPr>
            <p:cNvSpPr/>
            <p:nvPr/>
          </p:nvSpPr>
          <p:spPr>
            <a:xfrm>
              <a:off x="5124861" y="2952306"/>
              <a:ext cx="61717" cy="67141"/>
            </a:xfrm>
            <a:custGeom>
              <a:avLst/>
              <a:gdLst/>
              <a:ahLst/>
              <a:cxnLst/>
              <a:rect l="l" t="t" r="r" b="b"/>
              <a:pathLst>
                <a:path w="1900" h="2067" extrusionOk="0">
                  <a:moveTo>
                    <a:pt x="0" y="1"/>
                  </a:moveTo>
                  <a:lnTo>
                    <a:pt x="0" y="2066"/>
                  </a:lnTo>
                  <a:lnTo>
                    <a:pt x="1900" y="2066"/>
                  </a:lnTo>
                  <a:lnTo>
                    <a:pt x="5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786;p69">
              <a:extLst>
                <a:ext uri="{FF2B5EF4-FFF2-40B4-BE49-F238E27FC236}">
                  <a16:creationId xmlns:a16="http://schemas.microsoft.com/office/drawing/2014/main" id="{814E9112-51C8-5CC9-7C0E-148ACBC240E0}"/>
                </a:ext>
              </a:extLst>
            </p:cNvPr>
            <p:cNvSpPr/>
            <p:nvPr/>
          </p:nvSpPr>
          <p:spPr>
            <a:xfrm>
              <a:off x="5056583" y="2952306"/>
              <a:ext cx="135387" cy="179726"/>
            </a:xfrm>
            <a:custGeom>
              <a:avLst/>
              <a:gdLst/>
              <a:ahLst/>
              <a:cxnLst/>
              <a:rect l="l" t="t" r="r" b="b"/>
              <a:pathLst>
                <a:path w="4168" h="5533" extrusionOk="0">
                  <a:moveTo>
                    <a:pt x="0" y="1"/>
                  </a:moveTo>
                  <a:lnTo>
                    <a:pt x="0" y="5533"/>
                  </a:lnTo>
                  <a:lnTo>
                    <a:pt x="719" y="5533"/>
                  </a:lnTo>
                  <a:cubicBezTo>
                    <a:pt x="719" y="4777"/>
                    <a:pt x="1328" y="4150"/>
                    <a:pt x="2102" y="4150"/>
                  </a:cubicBezTo>
                  <a:cubicBezTo>
                    <a:pt x="2858" y="4150"/>
                    <a:pt x="3485" y="4777"/>
                    <a:pt x="3485" y="5533"/>
                  </a:cubicBezTo>
                  <a:lnTo>
                    <a:pt x="4168" y="5533"/>
                  </a:lnTo>
                  <a:lnTo>
                    <a:pt x="4168" y="2767"/>
                  </a:lnTo>
                  <a:lnTo>
                    <a:pt x="1402" y="2767"/>
                  </a:lnTo>
                  <a:lnTo>
                    <a:pt x="14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87;p69">
              <a:extLst>
                <a:ext uri="{FF2B5EF4-FFF2-40B4-BE49-F238E27FC236}">
                  <a16:creationId xmlns:a16="http://schemas.microsoft.com/office/drawing/2014/main" id="{69BBBBD5-E436-26E7-ECB3-D80C300F6F52}"/>
                </a:ext>
              </a:extLst>
            </p:cNvPr>
            <p:cNvSpPr/>
            <p:nvPr/>
          </p:nvSpPr>
          <p:spPr>
            <a:xfrm>
              <a:off x="4876889" y="3109261"/>
              <a:ext cx="44956" cy="44956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682" y="0"/>
                  </a:moveTo>
                  <a:cubicBezTo>
                    <a:pt x="314" y="0"/>
                    <a:pt x="0" y="314"/>
                    <a:pt x="0" y="701"/>
                  </a:cubicBezTo>
                  <a:cubicBezTo>
                    <a:pt x="0" y="1070"/>
                    <a:pt x="314" y="1383"/>
                    <a:pt x="682" y="1383"/>
                  </a:cubicBezTo>
                  <a:cubicBezTo>
                    <a:pt x="1070" y="1383"/>
                    <a:pt x="1383" y="1070"/>
                    <a:pt x="1383" y="701"/>
                  </a:cubicBezTo>
                  <a:cubicBezTo>
                    <a:pt x="1383" y="314"/>
                    <a:pt x="1070" y="0"/>
                    <a:pt x="6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88;p69">
              <a:extLst>
                <a:ext uri="{FF2B5EF4-FFF2-40B4-BE49-F238E27FC236}">
                  <a16:creationId xmlns:a16="http://schemas.microsoft.com/office/drawing/2014/main" id="{A7290F40-E1E1-F3D7-05B3-159B8289D289}"/>
                </a:ext>
              </a:extLst>
            </p:cNvPr>
            <p:cNvSpPr/>
            <p:nvPr/>
          </p:nvSpPr>
          <p:spPr>
            <a:xfrm>
              <a:off x="4921813" y="3109261"/>
              <a:ext cx="44956" cy="44956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682" y="0"/>
                  </a:moveTo>
                  <a:cubicBezTo>
                    <a:pt x="314" y="0"/>
                    <a:pt x="0" y="314"/>
                    <a:pt x="0" y="701"/>
                  </a:cubicBezTo>
                  <a:cubicBezTo>
                    <a:pt x="0" y="1070"/>
                    <a:pt x="314" y="1383"/>
                    <a:pt x="682" y="1383"/>
                  </a:cubicBezTo>
                  <a:cubicBezTo>
                    <a:pt x="1070" y="1383"/>
                    <a:pt x="1383" y="1070"/>
                    <a:pt x="1383" y="701"/>
                  </a:cubicBezTo>
                  <a:cubicBezTo>
                    <a:pt x="1383" y="314"/>
                    <a:pt x="1070" y="0"/>
                    <a:pt x="6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89;p69">
              <a:extLst>
                <a:ext uri="{FF2B5EF4-FFF2-40B4-BE49-F238E27FC236}">
                  <a16:creationId xmlns:a16="http://schemas.microsoft.com/office/drawing/2014/main" id="{80A3C67D-2BA6-0976-1A40-C2638280A40E}"/>
                </a:ext>
              </a:extLst>
            </p:cNvPr>
            <p:cNvSpPr/>
            <p:nvPr/>
          </p:nvSpPr>
          <p:spPr>
            <a:xfrm>
              <a:off x="5102091" y="3109261"/>
              <a:ext cx="44956" cy="44956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701" y="0"/>
                  </a:moveTo>
                  <a:cubicBezTo>
                    <a:pt x="314" y="0"/>
                    <a:pt x="1" y="314"/>
                    <a:pt x="1" y="701"/>
                  </a:cubicBezTo>
                  <a:cubicBezTo>
                    <a:pt x="1" y="1070"/>
                    <a:pt x="314" y="1383"/>
                    <a:pt x="701" y="1383"/>
                  </a:cubicBezTo>
                  <a:cubicBezTo>
                    <a:pt x="1070" y="1383"/>
                    <a:pt x="1384" y="1070"/>
                    <a:pt x="1384" y="701"/>
                  </a:cubicBezTo>
                  <a:cubicBezTo>
                    <a:pt x="1384" y="314"/>
                    <a:pt x="1070" y="0"/>
                    <a:pt x="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772;p38">
            <a:extLst>
              <a:ext uri="{FF2B5EF4-FFF2-40B4-BE49-F238E27FC236}">
                <a16:creationId xmlns:a16="http://schemas.microsoft.com/office/drawing/2014/main" id="{F343D0AE-F2BA-8329-C1C8-4B8ADCDC538C}"/>
              </a:ext>
            </a:extLst>
          </p:cNvPr>
          <p:cNvSpPr txBox="1">
            <a:spLocks/>
          </p:cNvSpPr>
          <p:nvPr/>
        </p:nvSpPr>
        <p:spPr>
          <a:xfrm>
            <a:off x="1088954" y="2992338"/>
            <a:ext cx="2023200" cy="440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 b="0" i="0" u="none" strike="noStrike" cap="none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ZA" sz="2000" dirty="0">
                <a:solidFill>
                  <a:schemeClr val="dk2"/>
                </a:solidFill>
              </a:rPr>
              <a:t>Finalize </a:t>
            </a:r>
            <a:br>
              <a:rPr lang="en-ZA" sz="2000" dirty="0">
                <a:solidFill>
                  <a:schemeClr val="dk2"/>
                </a:solidFill>
              </a:rPr>
            </a:br>
            <a:r>
              <a:rPr lang="en-ZA" sz="2000" dirty="0">
                <a:solidFill>
                  <a:schemeClr val="dk2"/>
                </a:solidFill>
              </a:rPr>
              <a:t>Bank API</a:t>
            </a:r>
          </a:p>
        </p:txBody>
      </p:sp>
      <p:sp>
        <p:nvSpPr>
          <p:cNvPr id="13" name="Google Shape;767;p38">
            <a:extLst>
              <a:ext uri="{FF2B5EF4-FFF2-40B4-BE49-F238E27FC236}">
                <a16:creationId xmlns:a16="http://schemas.microsoft.com/office/drawing/2014/main" id="{F13EA7C6-E242-115F-BA09-C90CEB8D9EA3}"/>
              </a:ext>
            </a:extLst>
          </p:cNvPr>
          <p:cNvSpPr txBox="1"/>
          <p:nvPr/>
        </p:nvSpPr>
        <p:spPr>
          <a:xfrm>
            <a:off x="861623" y="3724902"/>
            <a:ext cx="2571374" cy="6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rPr>
              <a:t>Our current model uses HashPack/DEXs. Our future plan is to use our user data to build a direct EcoCoin -&gt; ZAR API, streamlining the redemption from a 4-step process to a 1-click button.</a:t>
            </a:r>
            <a:endParaRPr dirty="0">
              <a:solidFill>
                <a:schemeClr val="dk1"/>
              </a:solidFill>
              <a:latin typeface="Advent Pro SemiBold"/>
              <a:ea typeface="Advent Pro SemiBold"/>
              <a:cs typeface="Advent Pro SemiBold"/>
              <a:sym typeface="Advent Pro SemiBold"/>
            </a:endParaRPr>
          </a:p>
        </p:txBody>
      </p:sp>
      <p:sp>
        <p:nvSpPr>
          <p:cNvPr id="14" name="Google Shape;770;p38">
            <a:extLst>
              <a:ext uri="{FF2B5EF4-FFF2-40B4-BE49-F238E27FC236}">
                <a16:creationId xmlns:a16="http://schemas.microsoft.com/office/drawing/2014/main" id="{3EE16C58-29C0-72E0-A347-F13DD382A76F}"/>
              </a:ext>
            </a:extLst>
          </p:cNvPr>
          <p:cNvSpPr txBox="1">
            <a:spLocks/>
          </p:cNvSpPr>
          <p:nvPr/>
        </p:nvSpPr>
        <p:spPr>
          <a:xfrm>
            <a:off x="3257242" y="1278547"/>
            <a:ext cx="2543227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 b="0" i="0" u="none" strike="noStrike" cap="none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ZA" sz="1900" dirty="0">
                <a:solidFill>
                  <a:schemeClr val="dk2"/>
                </a:solidFill>
              </a:rPr>
              <a:t>Launch Smart</a:t>
            </a:r>
            <a:br>
              <a:rPr lang="en-ZA" sz="1900" dirty="0">
                <a:solidFill>
                  <a:schemeClr val="dk2"/>
                </a:solidFill>
              </a:rPr>
            </a:br>
            <a:r>
              <a:rPr lang="en-ZA" sz="1900" dirty="0">
                <a:solidFill>
                  <a:schemeClr val="dk2"/>
                </a:solidFill>
              </a:rPr>
              <a:t> Logistics</a:t>
            </a:r>
          </a:p>
        </p:txBody>
      </p:sp>
      <p:sp>
        <p:nvSpPr>
          <p:cNvPr id="15" name="Google Shape;768;p38">
            <a:extLst>
              <a:ext uri="{FF2B5EF4-FFF2-40B4-BE49-F238E27FC236}">
                <a16:creationId xmlns:a16="http://schemas.microsoft.com/office/drawing/2014/main" id="{A7017478-5CC9-D01A-8CDC-891ECA34B16B}"/>
              </a:ext>
            </a:extLst>
          </p:cNvPr>
          <p:cNvSpPr txBox="1"/>
          <p:nvPr/>
        </p:nvSpPr>
        <p:spPr>
          <a:xfrm>
            <a:off x="3158778" y="1705217"/>
            <a:ext cx="2889293" cy="128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rPr>
              <a:t>Build a logistics engine using our 'Request Pickup' data. This optimizes routes, making recycling convenient and profitable while fighting public litter.</a:t>
            </a:r>
            <a:endParaRPr dirty="0">
              <a:solidFill>
                <a:schemeClr val="dk1"/>
              </a:solidFill>
              <a:latin typeface="Advent Pro SemiBold"/>
              <a:ea typeface="Advent Pro SemiBold"/>
              <a:cs typeface="Advent Pro SemiBold"/>
              <a:sym typeface="Advent Pro SemiBold"/>
            </a:endParaRPr>
          </a:p>
        </p:txBody>
      </p:sp>
      <p:sp>
        <p:nvSpPr>
          <p:cNvPr id="16" name="Google Shape;771;p38">
            <a:extLst>
              <a:ext uri="{FF2B5EF4-FFF2-40B4-BE49-F238E27FC236}">
                <a16:creationId xmlns:a16="http://schemas.microsoft.com/office/drawing/2014/main" id="{21078CFF-C68A-D1AA-FBED-412F9146844E}"/>
              </a:ext>
            </a:extLst>
          </p:cNvPr>
          <p:cNvSpPr txBox="1">
            <a:spLocks/>
          </p:cNvSpPr>
          <p:nvPr/>
        </p:nvSpPr>
        <p:spPr>
          <a:xfrm>
            <a:off x="5869444" y="2877113"/>
            <a:ext cx="2338029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quada One"/>
              <a:buNone/>
              <a:defRPr sz="2800" b="0" i="0" u="none" strike="noStrike" cap="none">
                <a:solidFill>
                  <a:schemeClr val="dk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Squada One"/>
              <a:buNone/>
              <a:defRPr sz="2800" b="0" i="0" u="none" strike="noStrike" cap="none">
                <a:solidFill>
                  <a:srgbClr val="666666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ZA" sz="2000" dirty="0">
                <a:solidFill>
                  <a:schemeClr val="dk2"/>
                </a:solidFill>
              </a:rPr>
              <a:t>Neighbourhood Partnerships</a:t>
            </a:r>
          </a:p>
        </p:txBody>
      </p:sp>
      <p:sp>
        <p:nvSpPr>
          <p:cNvPr id="17" name="Google Shape;769;p38">
            <a:extLst>
              <a:ext uri="{FF2B5EF4-FFF2-40B4-BE49-F238E27FC236}">
                <a16:creationId xmlns:a16="http://schemas.microsoft.com/office/drawing/2014/main" id="{B9382C23-C133-4E00-4054-1DEAF3486BE9}"/>
              </a:ext>
            </a:extLst>
          </p:cNvPr>
          <p:cNvSpPr txBox="1"/>
          <p:nvPr/>
        </p:nvSpPr>
        <p:spPr>
          <a:xfrm>
            <a:off x="5666378" y="3393282"/>
            <a:ext cx="2917149" cy="1354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rPr>
              <a:t>Standard municipal pickups are a tax-funded cost. </a:t>
            </a:r>
            <a:r>
              <a:rPr lang="en-GB" sz="1300" dirty="0" err="1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rPr>
              <a:t>VeriCycle's</a:t>
            </a:r>
            <a:r>
              <a:rPr lang="en-GB" sz="1300" dirty="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rPr>
              <a:t> pickups are a profit-driven service. We use data to create optimized routes and gamify recycling with our 'High-Activity Discount', turning a city </a:t>
            </a:r>
            <a:r>
              <a:rPr lang="en-GB" sz="1300" dirty="0">
                <a:solidFill>
                  <a:schemeClr val="dk1"/>
                </a:solidFill>
                <a:highlight>
                  <a:srgbClr val="C0C0C0"/>
                </a:highlight>
                <a:latin typeface="Advent Pro SemiBold"/>
                <a:ea typeface="Advent Pro SemiBold"/>
                <a:cs typeface="Advent Pro SemiBold"/>
                <a:sym typeface="Advent Pro SemiBold"/>
              </a:rPr>
              <a:t>expense into </a:t>
            </a:r>
            <a:r>
              <a:rPr lang="en-GB" sz="1300" dirty="0">
                <a:solidFill>
                  <a:schemeClr val="dk1"/>
                </a:solidFill>
                <a:latin typeface="Advent Pro SemiBold"/>
                <a:ea typeface="Advent Pro SemiBold"/>
                <a:cs typeface="Advent Pro SemiBold"/>
                <a:sym typeface="Advent Pro SemiBold"/>
              </a:rPr>
              <a:t>a community reward.</a:t>
            </a:r>
            <a:endParaRPr sz="1300" dirty="0">
              <a:solidFill>
                <a:schemeClr val="dk1"/>
              </a:solidFill>
              <a:latin typeface="Advent Pro SemiBold"/>
              <a:ea typeface="Advent Pro SemiBold"/>
              <a:cs typeface="Advent Pro SemiBold"/>
              <a:sym typeface="Advent Pro SemiBold"/>
            </a:endParaRPr>
          </a:p>
        </p:txBody>
      </p:sp>
      <p:sp>
        <p:nvSpPr>
          <p:cNvPr id="20" name="Google Shape;757;p38">
            <a:extLst>
              <a:ext uri="{FF2B5EF4-FFF2-40B4-BE49-F238E27FC236}">
                <a16:creationId xmlns:a16="http://schemas.microsoft.com/office/drawing/2014/main" id="{061D86DB-452B-85F7-2BF5-09A820BE03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2144" y="497016"/>
            <a:ext cx="8696959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3800" dirty="0"/>
              <a:t>Future Roadmap: From App to Infrastructure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8A6F0D-2268-FBA5-FAFF-B50D9B047CA0}"/>
              </a:ext>
            </a:extLst>
          </p:cNvPr>
          <p:cNvSpPr txBox="1"/>
          <p:nvPr/>
        </p:nvSpPr>
        <p:spPr>
          <a:xfrm>
            <a:off x="443677" y="871388"/>
            <a:ext cx="8544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60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E5A"/>
              </a:buClr>
              <a:buSzPts val="1200"/>
              <a:tabLst/>
              <a:defRPr/>
            </a:pPr>
            <a:r>
              <a:rPr lang="en-GB" sz="2000" dirty="0">
                <a:solidFill>
                  <a:schemeClr val="accent1"/>
                </a:solidFill>
                <a:latin typeface="Squada One"/>
                <a:sym typeface="Advent Pro SemiBold"/>
              </a:rPr>
              <a:t>This MVP is the foundation. The mock-ups simulate the next logical steps</a:t>
            </a:r>
            <a:r>
              <a:rPr lang="en-GB" sz="1800" dirty="0">
                <a:solidFill>
                  <a:schemeClr val="dk1"/>
                </a:solidFill>
                <a:latin typeface="Advent Pro SemiBold"/>
                <a:sym typeface="Advent Pro SemiBold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>
          <a:extLst>
            <a:ext uri="{FF2B5EF4-FFF2-40B4-BE49-F238E27FC236}">
              <a16:creationId xmlns:a16="http://schemas.microsoft.com/office/drawing/2014/main" id="{F7CDCD18-B0F1-BA9F-DEC5-6B8E09801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4">
            <a:extLst>
              <a:ext uri="{FF2B5EF4-FFF2-40B4-BE49-F238E27FC236}">
                <a16:creationId xmlns:a16="http://schemas.microsoft.com/office/drawing/2014/main" id="{D1660E3F-31E4-C001-44F0-BE3772CC89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267" y="624150"/>
            <a:ext cx="861531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 dirty="0"/>
              <a:t>A Global Blueprint for Incentivized Recycling</a:t>
            </a:r>
            <a:endParaRPr sz="3800" dirty="0"/>
          </a:p>
        </p:txBody>
      </p:sp>
      <p:sp>
        <p:nvSpPr>
          <p:cNvPr id="676" name="Google Shape;676;p34">
            <a:extLst>
              <a:ext uri="{FF2B5EF4-FFF2-40B4-BE49-F238E27FC236}">
                <a16:creationId xmlns:a16="http://schemas.microsoft.com/office/drawing/2014/main" id="{BEABEEE1-7859-AABB-8258-C882F74501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6576" y="1769550"/>
            <a:ext cx="7385713" cy="29408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Zilla Slab"/>
              <a:buChar char="●"/>
            </a:pPr>
            <a:r>
              <a:rPr lang="en-GB" sz="2000" b="1" dirty="0">
                <a:solidFill>
                  <a:schemeClr val="dk1"/>
                </a:solidFill>
              </a:rPr>
              <a:t>It's for Everyone</a:t>
            </a:r>
            <a:r>
              <a:rPr lang="en-GB" sz="2000" dirty="0">
                <a:solidFill>
                  <a:schemeClr val="dk1"/>
                </a:solidFill>
              </a:rPr>
              <a:t>: VeriCycle's model is a universal incentive. It empowers </a:t>
            </a:r>
            <a:r>
              <a:rPr lang="en-GB" sz="2000" dirty="0">
                <a:solidFill>
                  <a:schemeClr val="accent1"/>
                </a:solidFill>
                <a:uFill>
                  <a:noFill/>
                </a:uFill>
              </a:rPr>
              <a:t>informal collectors </a:t>
            </a:r>
            <a:r>
              <a:rPr lang="en-GB" sz="2000" dirty="0">
                <a:solidFill>
                  <a:schemeClr val="dk1"/>
                </a:solidFill>
              </a:rPr>
              <a:t>who do this for a living, but it also rewards </a:t>
            </a:r>
            <a:r>
              <a:rPr lang="en-GB" sz="2000" dirty="0">
                <a:solidFill>
                  <a:schemeClr val="accent1"/>
                </a:solidFill>
                <a:uFill>
                  <a:noFill/>
                </a:uFill>
              </a:rPr>
              <a:t>formal households </a:t>
            </a:r>
            <a:r>
              <a:rPr lang="en-GB" sz="2000" dirty="0">
                <a:solidFill>
                  <a:schemeClr val="dk1"/>
                </a:solidFill>
              </a:rPr>
              <a:t>who already recycle and </a:t>
            </a:r>
            <a:r>
              <a:rPr lang="en-GB" sz="2000" dirty="0">
                <a:solidFill>
                  <a:schemeClr val="accent1"/>
                </a:solidFill>
                <a:uFill>
                  <a:noFill/>
                </a:uFill>
              </a:rPr>
              <a:t>encourages new people </a:t>
            </a:r>
            <a:r>
              <a:rPr lang="en-GB" sz="2000" dirty="0">
                <a:solidFill>
                  <a:schemeClr val="dk1"/>
                </a:solidFill>
              </a:rPr>
              <a:t>to start.</a:t>
            </a: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Zilla Slab"/>
              <a:buChar char="●"/>
            </a:pPr>
            <a:r>
              <a:rPr lang="en-GB" sz="2000" b="1" dirty="0">
                <a:solidFill>
                  <a:schemeClr val="dk1"/>
                </a:solidFill>
              </a:rPr>
              <a:t>The Model is Universal</a:t>
            </a:r>
            <a:r>
              <a:rPr lang="en-GB" sz="2000" dirty="0">
                <a:solidFill>
                  <a:schemeClr val="dk1"/>
                </a:solidFill>
              </a:rPr>
              <a:t>: The problem of "incentive vs. convenience" is global. Our Hedera-based blueprint—a trusted, low-cost, verifiable rewards system—can be deployed in any city worldwide.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BC203-63DD-5E69-D882-163E169AEB41}"/>
              </a:ext>
            </a:extLst>
          </p:cNvPr>
          <p:cNvSpPr txBox="1"/>
          <p:nvPr/>
        </p:nvSpPr>
        <p:spPr>
          <a:xfrm>
            <a:off x="111867" y="1277107"/>
            <a:ext cx="841193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E5A"/>
              </a:buClr>
              <a:buSzPts val="1200"/>
              <a:buFont typeface="Zilla Slab"/>
              <a:buChar char="●"/>
              <a:tabLst/>
              <a:defRPr/>
            </a:pPr>
            <a:r>
              <a:rPr lang="en-GB" sz="2600" dirty="0">
                <a:solidFill>
                  <a:srgbClr val="102F2E"/>
                </a:solidFill>
                <a:latin typeface="Advent Pro SemiBold"/>
                <a:sym typeface="Advent Pro SemiBold"/>
              </a:rPr>
              <a:t>This isn't just a South African solution; it's a</a:t>
            </a:r>
            <a:r>
              <a:rPr lang="en-GB" sz="2600" dirty="0">
                <a:solidFill>
                  <a:srgbClr val="FF7E5A"/>
                </a:solidFill>
                <a:uFill>
                  <a:noFill/>
                </a:uFill>
                <a:latin typeface="Advent Pro SemiBold"/>
                <a:sym typeface="Advent Pro SemiBold"/>
              </a:rPr>
              <a:t> global model.</a:t>
            </a:r>
          </a:p>
        </p:txBody>
      </p:sp>
    </p:spTree>
    <p:extLst>
      <p:ext uri="{BB962C8B-B14F-4D97-AF65-F5344CB8AC3E}">
        <p14:creationId xmlns:p14="http://schemas.microsoft.com/office/powerpoint/2010/main" val="3346341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>
          <a:extLst>
            <a:ext uri="{FF2B5EF4-FFF2-40B4-BE49-F238E27FC236}">
              <a16:creationId xmlns:a16="http://schemas.microsoft.com/office/drawing/2014/main" id="{632A165F-E8AA-499B-BA24-2C130E92F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4">
            <a:extLst>
              <a:ext uri="{FF2B5EF4-FFF2-40B4-BE49-F238E27FC236}">
                <a16:creationId xmlns:a16="http://schemas.microsoft.com/office/drawing/2014/main" id="{3FDBFEAD-3431-28BA-B56D-1543796E7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267" y="624150"/>
            <a:ext cx="861531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On-Chain </a:t>
            </a:r>
            <a:r>
              <a:rPr lang="en-GB" sz="3600" dirty="0">
                <a:solidFill>
                  <a:schemeClr val="accent1"/>
                </a:solidFill>
              </a:rPr>
              <a:t>Proof</a:t>
            </a:r>
            <a:endParaRPr sz="3600" dirty="0">
              <a:solidFill>
                <a:schemeClr val="accent1"/>
              </a:solidFill>
            </a:endParaRPr>
          </a:p>
        </p:txBody>
      </p:sp>
      <p:sp>
        <p:nvSpPr>
          <p:cNvPr id="676" name="Google Shape;676;p34">
            <a:extLst>
              <a:ext uri="{FF2B5EF4-FFF2-40B4-BE49-F238E27FC236}">
                <a16:creationId xmlns:a16="http://schemas.microsoft.com/office/drawing/2014/main" id="{F0DE0544-F81C-D71C-B2F9-2C932DB637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910500"/>
            <a:ext cx="9144000" cy="43954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Zilla Slab"/>
              <a:buChar char="●"/>
            </a:pPr>
            <a:r>
              <a:rPr lang="en-GB" sz="1600" dirty="0">
                <a:solidFill>
                  <a:schemeClr val="accent1"/>
                </a:solidFill>
                <a:uFill>
                  <a:noFill/>
                </a:uFill>
              </a:rPr>
              <a:t>EcoCoin (HTS): </a:t>
            </a:r>
            <a:r>
              <a:rPr lang="en-GB" sz="1600" dirty="0">
                <a:solidFill>
                  <a:schemeClr val="accent1"/>
                </a:solidFill>
                <a:uFill>
                  <a:noFill/>
                </a:uFill>
                <a:hlinkClick r:id="rId3"/>
              </a:rPr>
              <a:t>https://hashscan.io/testnet/token/0.0.7189125</a:t>
            </a:r>
            <a:endParaRPr lang="en-GB" sz="1600" b="1" dirty="0">
              <a:uFill>
                <a:noFill/>
              </a:uFill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Zilla Slab"/>
              <a:buChar char="●"/>
            </a:pPr>
            <a:r>
              <a:rPr lang="en-GB" sz="1600" dirty="0">
                <a:solidFill>
                  <a:schemeClr val="accent1"/>
                </a:solidFill>
                <a:uFill>
                  <a:noFill/>
                </a:uFill>
              </a:rPr>
              <a:t>VeriCycle Logbook (HCS): </a:t>
            </a:r>
            <a:r>
              <a:rPr lang="en-GB" sz="1600" dirty="0">
                <a:solidFill>
                  <a:schemeClr val="accent1"/>
                </a:solidFill>
                <a:uFill>
                  <a:noFill/>
                </a:uFill>
                <a:hlinkClick r:id="rId4"/>
              </a:rPr>
              <a:t>https://hashscan.io/testnet/topic/0.0.7191601</a:t>
            </a:r>
            <a:endParaRPr lang="en-GB" sz="1600" b="1" dirty="0">
              <a:uFill>
                <a:noFill/>
              </a:uFill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Zilla Slab"/>
              <a:buChar char="●"/>
            </a:pPr>
            <a:r>
              <a:rPr lang="en-GB" sz="1600" dirty="0">
                <a:solidFill>
                  <a:schemeClr val="accent1"/>
                </a:solidFill>
                <a:uFill>
                  <a:noFill/>
                </a:uFill>
              </a:rPr>
              <a:t>VeriCycle Operator Account</a:t>
            </a:r>
            <a:r>
              <a:rPr lang="en-GB" sz="1600">
                <a:solidFill>
                  <a:schemeClr val="accent1"/>
                </a:solidFill>
                <a:uFill>
                  <a:noFill/>
                </a:uFill>
              </a:rPr>
              <a:t>: </a:t>
            </a:r>
            <a:r>
              <a:rPr lang="en-GB" sz="1600">
                <a:solidFill>
                  <a:schemeClr val="accent1"/>
                </a:solidFill>
                <a:uFill>
                  <a:noFill/>
                </a:uFill>
                <a:hlinkClick r:id="rId5"/>
              </a:rPr>
              <a:t>https://hashscan.io/testnet/account/0.0.7108458</a:t>
            </a:r>
            <a:endParaRPr lang="en-GB" sz="1600">
              <a:solidFill>
                <a:schemeClr val="accent1"/>
              </a:solidFill>
              <a:uFill>
                <a:noFill/>
              </a:uFill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Zilla Slab"/>
              <a:buChar char="●"/>
            </a:pPr>
            <a:r>
              <a:rPr lang="en-GB" sz="1600" dirty="0">
                <a:solidFill>
                  <a:schemeClr val="accent1"/>
                </a:solidFill>
                <a:uFill>
                  <a:noFill/>
                </a:uFill>
              </a:rPr>
              <a:t>HTS Token Script</a:t>
            </a:r>
            <a:r>
              <a:rPr lang="en-GB" sz="1600" dirty="0">
                <a:solidFill>
                  <a:schemeClr val="dk1"/>
                </a:solidFill>
              </a:rPr>
              <a:t>: </a:t>
            </a:r>
            <a:r>
              <a:rPr lang="en-GB" sz="1600" dirty="0">
                <a:solidFill>
                  <a:schemeClr val="dk1"/>
                </a:solidFill>
                <a:hlinkClick r:id="rId6"/>
              </a:rPr>
              <a:t>https://github.com/commit-to-Noma/VeriCycle/blob/main/create-token.js</a:t>
            </a:r>
            <a:endParaRPr lang="en-GB" sz="1600" dirty="0">
              <a:solidFill>
                <a:schemeClr val="dk1"/>
              </a:solidFill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Zilla Slab"/>
              <a:buChar char="●"/>
            </a:pPr>
            <a:r>
              <a:rPr lang="en-GB" sz="1600" dirty="0">
                <a:solidFill>
                  <a:schemeClr val="accent1"/>
                </a:solidFill>
                <a:uFill>
                  <a:noFill/>
                </a:uFill>
              </a:rPr>
              <a:t>HCS Logbook Script</a:t>
            </a:r>
            <a:r>
              <a:rPr lang="en-GB" sz="1600" dirty="0">
                <a:solidFill>
                  <a:schemeClr val="dk1"/>
                </a:solidFill>
              </a:rPr>
              <a:t>: </a:t>
            </a:r>
            <a:r>
              <a:rPr lang="en-GB" sz="1600" dirty="0">
                <a:solidFill>
                  <a:schemeClr val="dk1"/>
                </a:solidFill>
                <a:hlinkClick r:id="rId7"/>
              </a:rPr>
              <a:t>https://github.com/commit-to-Noma/VeriCycle/blob/main/logbook.js</a:t>
            </a:r>
            <a:endParaRPr lang="en-GB" sz="1600" dirty="0">
              <a:solidFill>
                <a:schemeClr val="dk1"/>
              </a:solidFill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Zilla Slab"/>
              <a:buChar char="●"/>
            </a:pPr>
            <a:r>
              <a:rPr lang="en-GB" sz="1600" dirty="0">
                <a:solidFill>
                  <a:schemeClr val="accent1"/>
                </a:solidFill>
                <a:uFill>
                  <a:noFill/>
                </a:uFill>
              </a:rPr>
              <a:t>HCS Record Script</a:t>
            </a:r>
            <a:r>
              <a:rPr lang="en-GB" sz="1600" dirty="0">
                <a:solidFill>
                  <a:schemeClr val="dk1"/>
                </a:solidFill>
              </a:rPr>
              <a:t>: </a:t>
            </a:r>
            <a:r>
              <a:rPr lang="en-GB" sz="1600" dirty="0">
                <a:solidFill>
                  <a:schemeClr val="dk1"/>
                </a:solidFill>
                <a:hlinkClick r:id="rId8"/>
              </a:rPr>
              <a:t>https://github.com/commit-to-Noma/VeriCycle/blob/main/submit-record.js</a:t>
            </a:r>
            <a:endParaRPr lang="en-GB" sz="1600" dirty="0">
              <a:solidFill>
                <a:schemeClr val="dk1"/>
              </a:solidFill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Zilla Slab"/>
              <a:buChar char="●"/>
            </a:pPr>
            <a:r>
              <a:rPr lang="en-GB" sz="1600" dirty="0">
                <a:solidFill>
                  <a:schemeClr val="accent1"/>
                </a:solidFill>
                <a:uFill>
                  <a:noFill/>
                </a:uFill>
              </a:rPr>
              <a:t>Account Creation Script</a:t>
            </a:r>
            <a:r>
              <a:rPr lang="en-GB" sz="1600" dirty="0">
                <a:solidFill>
                  <a:schemeClr val="dk1"/>
                </a:solidFill>
              </a:rPr>
              <a:t>: </a:t>
            </a:r>
            <a:r>
              <a:rPr lang="en-GB" sz="1600" dirty="0">
                <a:solidFill>
                  <a:schemeClr val="dk1"/>
                </a:solidFill>
                <a:hlinkClick r:id="rId9"/>
              </a:rPr>
              <a:t>https://github.com/commit-to-Noma/VeriCycle/blob/main/collector-account.js</a:t>
            </a:r>
            <a:endParaRPr lang="en-GB" sz="1600" dirty="0">
              <a:solidFill>
                <a:schemeClr val="dk1"/>
              </a:solidFill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Zilla Slab"/>
              <a:buChar char="●"/>
            </a:pPr>
            <a:r>
              <a:rPr lang="en-GB" sz="1600" dirty="0">
                <a:solidFill>
                  <a:schemeClr val="accent1"/>
                </a:solidFill>
                <a:uFill>
                  <a:noFill/>
                </a:uFill>
              </a:rPr>
              <a:t>Token Transfer Script</a:t>
            </a:r>
            <a:r>
              <a:rPr lang="en-GB" sz="1600" dirty="0">
                <a:solidFill>
                  <a:schemeClr val="dk1"/>
                </a:solidFill>
              </a:rPr>
              <a:t>: </a:t>
            </a:r>
            <a:r>
              <a:rPr lang="en-GB" sz="1600" dirty="0">
                <a:solidFill>
                  <a:schemeClr val="dk1"/>
                </a:solidFill>
                <a:hlinkClick r:id="rId10"/>
              </a:rPr>
              <a:t>https://github.com/commit-to-Noma/VeriCycle/blob/main/transfer-reward.js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E4222E-554A-FCA4-666E-E2421B21B01E}"/>
              </a:ext>
            </a:extLst>
          </p:cNvPr>
          <p:cNvSpPr txBox="1"/>
          <p:nvPr/>
        </p:nvSpPr>
        <p:spPr>
          <a:xfrm>
            <a:off x="111867" y="1277107"/>
            <a:ext cx="841193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E5A"/>
              </a:buClr>
              <a:buSzPts val="1200"/>
              <a:buFont typeface="Zilla Slab"/>
              <a:buChar char="●"/>
              <a:tabLst/>
              <a:defRPr/>
            </a:pPr>
            <a:r>
              <a:rPr lang="en-GB" sz="2600" dirty="0">
                <a:solidFill>
                  <a:srgbClr val="102F2E"/>
                </a:solidFill>
                <a:latin typeface="Advent Pro SemiBold"/>
                <a:sym typeface="Advent Pro SemiBold"/>
              </a:rPr>
              <a:t>The project is </a:t>
            </a:r>
            <a:r>
              <a:rPr lang="en-GB" sz="2600" dirty="0">
                <a:solidFill>
                  <a:srgbClr val="FF7E5A"/>
                </a:solidFill>
                <a:uFill>
                  <a:noFill/>
                </a:uFill>
                <a:latin typeface="Advent Pro SemiBold"/>
                <a:sym typeface="Advent Pro SemiBold"/>
              </a:rPr>
              <a:t>live</a:t>
            </a:r>
            <a:r>
              <a:rPr lang="en-GB" sz="2600" dirty="0">
                <a:solidFill>
                  <a:srgbClr val="102F2E"/>
                </a:solidFill>
                <a:latin typeface="Advent Pro SemiBold"/>
                <a:sym typeface="Advent Pro SemiBold"/>
              </a:rPr>
              <a:t> and </a:t>
            </a:r>
            <a:r>
              <a:rPr lang="en-GB" sz="2600" dirty="0">
                <a:solidFill>
                  <a:srgbClr val="FF7E5A"/>
                </a:solidFill>
                <a:uFill>
                  <a:noFill/>
                </a:uFill>
                <a:latin typeface="Advent Pro SemiBold"/>
                <a:sym typeface="Advent Pro SemiBold"/>
              </a:rPr>
              <a:t>auditable</a:t>
            </a:r>
            <a:r>
              <a:rPr lang="en-GB" sz="2600" dirty="0">
                <a:solidFill>
                  <a:srgbClr val="102F2E"/>
                </a:solidFill>
                <a:latin typeface="Advent Pro SemiBold"/>
                <a:sym typeface="Advent Pro SemiBold"/>
              </a:rPr>
              <a:t> on the Hedera </a:t>
            </a:r>
            <a:r>
              <a:rPr lang="en-GB" sz="2600" dirty="0" err="1">
                <a:solidFill>
                  <a:srgbClr val="102F2E"/>
                </a:solidFill>
                <a:latin typeface="Advent Pro SemiBold"/>
                <a:sym typeface="Advent Pro SemiBold"/>
              </a:rPr>
              <a:t>Testnet</a:t>
            </a:r>
            <a:r>
              <a:rPr lang="en-GB" sz="2600" dirty="0">
                <a:solidFill>
                  <a:srgbClr val="FF7E5A"/>
                </a:solidFill>
                <a:uFill>
                  <a:noFill/>
                </a:uFill>
                <a:latin typeface="Advent Pro SemiBold"/>
                <a:sym typeface="Advent Pro SemiBold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3C3824-8B21-DFF4-3595-9569096E5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https://hashscan.io/testnet/token/0.0.7189125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6C6FEA-ECB6-4C5F-5F73-768067ACF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https://hashscan.io/testnet/token/0.0.7189125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859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566A-534E-EFAC-2BD9-93E0D15622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</a:t>
            </a:r>
            <a:r>
              <a:rPr lang="en-GB" dirty="0">
                <a:solidFill>
                  <a:schemeClr val="accent1"/>
                </a:solidFill>
              </a:rPr>
              <a:t>YOU</a:t>
            </a:r>
            <a:r>
              <a:rPr lang="en-GB" dirty="0"/>
              <a:t>!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012BD-0386-59E0-E115-992A61A90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605280" y="2483629"/>
            <a:ext cx="6197600" cy="146550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GB" sz="2000" dirty="0">
                <a:solidFill>
                  <a:schemeClr val="accent1"/>
                </a:solidFill>
                <a:uFill>
                  <a:noFill/>
                </a:uFill>
              </a:rPr>
              <a:t>Email: </a:t>
            </a:r>
            <a:r>
              <a:rPr lang="en-GB" sz="2000" dirty="0">
                <a:hlinkClick r:id="rId3"/>
              </a:rPr>
              <a:t>nomathembancube2005@gmail.com</a:t>
            </a:r>
            <a:endParaRPr lang="en-GB" sz="2000" dirty="0"/>
          </a:p>
          <a:p>
            <a:pPr algn="l">
              <a:lnSpc>
                <a:spcPct val="150000"/>
              </a:lnSpc>
            </a:pPr>
            <a:r>
              <a:rPr lang="en-GB" sz="2000" dirty="0">
                <a:solidFill>
                  <a:schemeClr val="accent1"/>
                </a:solidFill>
                <a:uFill>
                  <a:noFill/>
                </a:uFill>
              </a:rPr>
              <a:t>GitHub: </a:t>
            </a:r>
            <a:r>
              <a:rPr lang="en-GB" sz="2000" dirty="0">
                <a:hlinkClick r:id="rId4"/>
              </a:rPr>
              <a:t>https://github.com/commit-to-Noma</a:t>
            </a:r>
            <a:endParaRPr lang="en-GB" sz="2000" dirty="0"/>
          </a:p>
          <a:p>
            <a:pPr algn="l">
              <a:lnSpc>
                <a:spcPct val="150000"/>
              </a:lnSpc>
            </a:pPr>
            <a:r>
              <a:rPr lang="en-GB" sz="2000" dirty="0">
                <a:solidFill>
                  <a:schemeClr val="accent1"/>
                </a:solidFill>
                <a:uFill>
                  <a:noFill/>
                </a:uFill>
              </a:rPr>
              <a:t>LinkedIn:</a:t>
            </a:r>
            <a:r>
              <a:rPr lang="en-GB" sz="2000" dirty="0">
                <a:solidFill>
                  <a:schemeClr val="accent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2000" dirty="0">
                <a:hlinkClick r:id="rId5"/>
              </a:rPr>
              <a:t>https://www.linkedin.com/in/nomathemba-ncube</a:t>
            </a:r>
            <a:endParaRPr lang="en-ZA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13C7D0-86C5-F925-589A-6918995E75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7838" y="517193"/>
            <a:ext cx="2066723" cy="216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03875"/>
      </p:ext>
    </p:extLst>
  </p:cSld>
  <p:clrMapOvr>
    <a:masterClrMapping/>
  </p:clrMapOvr>
</p:sld>
</file>

<file path=ppt/theme/theme1.xml><?xml version="1.0" encoding="utf-8"?>
<a:theme xmlns:a="http://schemas.openxmlformats.org/drawingml/2006/main" name="Use the Recycle Bins! MK Campaign by Slidesgo">
  <a:themeElements>
    <a:clrScheme name="Simple Light">
      <a:dk1>
        <a:srgbClr val="102F2E"/>
      </a:dk1>
      <a:lt1>
        <a:srgbClr val="FEB3A0"/>
      </a:lt1>
      <a:dk2>
        <a:srgbClr val="2E924F"/>
      </a:dk2>
      <a:lt2>
        <a:srgbClr val="03B4A4"/>
      </a:lt2>
      <a:accent1>
        <a:srgbClr val="FF7E5A"/>
      </a:accent1>
      <a:accent2>
        <a:srgbClr val="209190"/>
      </a:accent2>
      <a:accent3>
        <a:srgbClr val="943621"/>
      </a:accent3>
      <a:accent4>
        <a:srgbClr val="D8F1D1"/>
      </a:accent4>
      <a:accent5>
        <a:srgbClr val="BACFCE"/>
      </a:accent5>
      <a:accent6>
        <a:srgbClr val="FFFFFF"/>
      </a:accent6>
      <a:hlink>
        <a:srgbClr val="102F2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968</Words>
  <Application>Microsoft Office PowerPoint</Application>
  <PresentationFormat>On-screen Show (16:9)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Alfa Slab One</vt:lpstr>
      <vt:lpstr>Fira Sans Extra Condensed Medium</vt:lpstr>
      <vt:lpstr>Squada One</vt:lpstr>
      <vt:lpstr>Wellfleet</vt:lpstr>
      <vt:lpstr>Zilla Slab</vt:lpstr>
      <vt:lpstr>Arial Unicode MS</vt:lpstr>
      <vt:lpstr>Arial</vt:lpstr>
      <vt:lpstr>Advent Pro SemiBold</vt:lpstr>
      <vt:lpstr>Use the Recycle Bins! MK Campaign by Slidesgo</vt:lpstr>
      <vt:lpstr>VeriCycle</vt:lpstr>
      <vt:lpstr>THE ONE MAN TEAM</vt:lpstr>
      <vt:lpstr>Social &amp; Financial Exclusion</vt:lpstr>
      <vt:lpstr>Instant,  Fair Rewards</vt:lpstr>
      <vt:lpstr>Why This Problem Demands a Hedera-Based Solution</vt:lpstr>
      <vt:lpstr>The VeriCycle User Journey</vt:lpstr>
      <vt:lpstr>Live Product Demo</vt:lpstr>
      <vt:lpstr>Future Roadmap: From App to Infrastructure</vt:lpstr>
      <vt:lpstr>A Global Blueprint for Incentivized Recycling</vt:lpstr>
      <vt:lpstr>On-Chain Proof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Noma Ncube</dc:creator>
  <cp:lastModifiedBy>Noma Ncube</cp:lastModifiedBy>
  <cp:revision>1</cp:revision>
  <dcterms:modified xsi:type="dcterms:W3CDTF">2025-11-15T19:45:41Z</dcterms:modified>
</cp:coreProperties>
</file>